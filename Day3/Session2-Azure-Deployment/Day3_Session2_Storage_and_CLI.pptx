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583680" cy="658368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480560"/>
            <a:ext cx="5486400" cy="5486400"/>
          </a:xfrm>
          <a:prstGeom prst="ellipse">
            <a:avLst/>
          </a:prstGeom>
          <a:solidFill>
            <a:srgbClr val="1E5F9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68680"/>
            <a:ext cx="960120" cy="9601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11831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10312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MICROSOFT AZURE · SESSION 2 · 10:45 – 12:45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49808" y="2606040"/>
            <a:ext cx="10789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Storage, Resources &amp; the Azure CLI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77240" y="443484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real things in the cloud: a storage account, a container, and your dataset uploaded into it — first by clicking, then by typing commands.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7240" y="5897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Ethiopian Defense University · Day 3 of 5 · 2 hours · 4 hands-on labs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 — and What You Walk Away With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86811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cover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storage account, a container and a blob are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resource in the portal, step by step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Azure regions are and why we choose one nearby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Cloud Shell is — a terminal inside your browser, nothing to install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job done two ways: by clicking, and with one command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004578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73736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991" y="186811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19672" y="2377440"/>
            <a:ext cx="4892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storage account inside your own resource group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container and upload a CSV file to it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Cloud Shell and run your first Azure CLI commands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resources from the command line instead of clicking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file from Blob Storage using Python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VOCABULARY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in Four Words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9222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9808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space in Azure for holding files. Cheap, and it does not switch off.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1208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800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4672" y="179222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62728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32376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inside the storage account. You can have as many as you like.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3776" y="1508760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8368" y="1673352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179222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296" y="1655064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14944" y="2221992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inside a container. A CSV, an image, a model file — anything.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411980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80160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9808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data centre in the world holds your data. Pick one close to you.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1208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95800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672" y="441198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62728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32376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that do the same things as clicking. Every command starts with 'az'.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13776" y="4128516"/>
            <a:ext cx="3526536" cy="2363724"/>
          </a:xfrm>
          <a:prstGeom prst="roundRect">
            <a:avLst>
              <a:gd name="adj" fmla="val 3095"/>
            </a:avLst>
          </a:prstGeom>
          <a:solidFill>
            <a:srgbClr val="F2F8FD"/>
          </a:solidFill>
          <a:ln w="12700">
            <a:solidFill>
              <a:srgbClr val="CFE4F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8368" y="4293108"/>
            <a:ext cx="457200" cy="457200"/>
          </a:xfrm>
          <a:prstGeom prst="ellipse">
            <a:avLst/>
          </a:prstGeom>
          <a:solidFill>
            <a:srgbClr val="0078D4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7240" y="4411980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296" y="4274820"/>
            <a:ext cx="2657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Shell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14944" y="4841748"/>
            <a:ext cx="3124200" cy="1495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terminal inside the Azure portal. Nothing to install — it just works.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2A: Create a Storage Account (Portal)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5448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portal search bar type Storage accounts, then click + Create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267712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leave as it is.  Resource group: choose YOUR group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980944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name: stabebe2026 — lowercase letters and numbers only, must be unique worldwide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694176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choose one close to us, for example (Europe) North Europe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407408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Standard.  Redundancy: LRS (the cheapest option)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5120640"/>
            <a:ext cx="10497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Review + create, then Create. Wait for 'Your deployment is complete'.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9436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D83B0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43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rejected?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names are shared across the whole world. Add numbers until it turns green.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(20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2B: Upload Your Dataset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8823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882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storage account and click Containers in the left menu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1178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117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615184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Container, name it data, leave access as Private, click Create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73532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353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538728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into the data container, then click Upload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65886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58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462272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file soldiers_fitness.csv from the course folder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58241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5824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5385816"/>
            <a:ext cx="5102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Upload. Your file is now in the cloud.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801368"/>
            <a:ext cx="4754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id,age,pushups,run_5km_min,level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1,22,45,24,high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2,31,30,29,medium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3,27,52,22,high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4,38,18,35,low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5,25,40,26,medium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92240" y="4023360"/>
            <a:ext cx="5120640" cy="2286000"/>
          </a:xfrm>
          <a:prstGeom prst="roundRect">
            <a:avLst>
              <a:gd name="adj" fmla="val 3200"/>
            </a:avLst>
          </a:prstGeom>
          <a:solidFill>
            <a:srgbClr val="0045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720840" y="4251960"/>
            <a:ext cx="502920" cy="502920"/>
          </a:xfrm>
          <a:prstGeom prst="ellipse">
            <a:avLst/>
          </a:prstGeom>
          <a:solidFill>
            <a:srgbClr val="D83B01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599" y="4382719"/>
            <a:ext cx="241402" cy="24140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406640" y="4206240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same file you used on Day 1 — except now it lives in Microsoft's data centre instead of your laptop, and any of your Azure services can reach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(15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2C: Open Cloud Shell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691640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terminal icon (&gt;_) at the top of the Azure portal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5568" y="2496312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Bash when it asks (not PowerShell)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438144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3300984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asks for storage, click Create storage — this is a one-time setup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4105656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black terminal window to appear at the bottom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rgbClr val="D83B0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15568" y="4910328"/>
            <a:ext cx="5102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commands on the right and press Enter after each one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69164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801368"/>
            <a:ext cx="475488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who am I signed in as?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account show --output table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which resource groups can I see?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group list --output table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is in my resource group?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resource list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--resource-group rg-student-abebe \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table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5F9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8521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with commands?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clicking 30 times cannot be repeated, shared, or put in a script. One command can.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HANDS-ON (25 MIN)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2D: Do It Again, With One Command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clicked in Lab 2A and 2B can be done in Cloud Shell in four lines: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3291840"/>
          </a:xfrm>
          <a:prstGeom prst="roundRect">
            <a:avLst>
              <a:gd name="adj" fmla="val 1667"/>
            </a:avLst>
          </a:prstGeom>
          <a:solidFill>
            <a:srgbClr val="F1F4F7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10725912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set your own names once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RG="rg-student-abebe"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STORAGE="stabebe2026cli"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create the storage account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account create --name $STORAGE --resource-group $RG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--location northeurope --sku Standard_LRS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create a container inside it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container create --name data --account-name $STORAGE --auth-mode login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upload the file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 storage blob upload --account-name $STORAGE --container-name data \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--name soldiers_fitness.csv --file soldiers_fitness.csv --auth-mode login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457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script is in the repository: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Day3/Session2/create_resources.sh  — read it, then run the lines one at a time.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· CHECKPOINT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04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Lunch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746504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6276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 storage account inside my own resource group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40080" y="2340864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5973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234086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 container called data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172968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98448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uploaded soldiers_fitness.csv and can see it in the portal</a:t>
            </a:r>
            <a:endParaRPr lang="en-US" sz="1550" dirty="0"/>
          </a:p>
        </p:txBody>
      </p:sp>
      <p:sp>
        <p:nvSpPr>
          <p:cNvPr id="13" name="Shape 8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886200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37673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opened Cloud Shell and ran az account show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4599432"/>
            <a:ext cx="219456" cy="21945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98448" y="4480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created a second storage account using only commands</a:t>
            </a:r>
            <a:endParaRPr lang="en-US" sz="1550" dirty="0"/>
          </a:p>
        </p:txBody>
      </p:sp>
      <p:sp>
        <p:nvSpPr>
          <p:cNvPr id="19" name="Shape 12"/>
          <p:cNvSpPr/>
          <p:nvPr/>
        </p:nvSpPr>
        <p:spPr>
          <a:xfrm>
            <a:off x="640080" y="5193792"/>
            <a:ext cx="457200" cy="457200"/>
          </a:xfrm>
          <a:prstGeom prst="ellipse">
            <a:avLst/>
          </a:prstGeom>
          <a:solidFill>
            <a:srgbClr val="107C10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" y="5312664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98448" y="519379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04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understand that a storage account costs almost nothing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548640" y="6291072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5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created this morning needs to be switched off. Storage is cheap and it stays.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45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217920" cy="6217920"/>
          </a:xfrm>
          <a:prstGeom prst="ellipse">
            <a:avLst/>
          </a:prstGeom>
          <a:solidFill>
            <a:srgbClr val="1E5F9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THREE IDEAS TO CARRY FORWARD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783080" y="13533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a resource group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83080" y="17922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storage account went inside your group. That is how the trainer keeps 30 students from colliding.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542032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1783080" y="26151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and CLI do the same job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83080" y="3054096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learn it. Type to repeat it. Real teams script everything they do more than once.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803904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5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783080" y="387705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is now reachable from anywhere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83080" y="4315968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in Blob Storage can be read by a notebook, a model, or an app — no laptop involved.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8696"/>
            </a:avLst>
          </a:prstGeom>
          <a:solidFill>
            <a:srgbClr val="1E5F9E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25780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Session 3 (13:45):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Machine Learning. Create a workspace, start a compute instance, and train a real model on the data you just uploaded.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2026-07-21T08:46:16Z</dcterms:created>
  <dcterms:modified xsi:type="dcterms:W3CDTF">2026-07-21T08:46:16Z</dcterms:modified>
</cp:coreProperties>
</file>