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5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583680" cy="6583680"/>
          </a:xfrm>
          <a:prstGeom prst="ellipse">
            <a:avLst/>
          </a:prstGeom>
          <a:solidFill>
            <a:srgbClr val="1E5F9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480560"/>
            <a:ext cx="5486400" cy="5486400"/>
          </a:xfrm>
          <a:prstGeom prst="ellipse">
            <a:avLst/>
          </a:prstGeom>
          <a:solidFill>
            <a:srgbClr val="1E5F9E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868680"/>
            <a:ext cx="960120" cy="960120"/>
          </a:xfrm>
          <a:prstGeom prst="ellipse">
            <a:avLst/>
          </a:prstGeom>
          <a:solidFill>
            <a:srgbClr val="D83B0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" y="11183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03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MICROSOFT AZURE · SESSION 1 · 09:00 – 10:30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" y="260604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Foundations &amp; Getting Your Access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77240" y="44348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cloud actually is, how Azure is organised, and how you get your own working area inside the trainer's subscription.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5897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Defense University · Day 3 of 5 · 1.5 hours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 — and What You Walk Away With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cover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cloud computing means in practice, and what Azure is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levels: tenant, subscription, resource group, resource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guest user is and why you are invited as one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Contributor role lets you do — and what it does not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Azure charges money, and how we keep the cost near zero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004578"/>
          </a:solidFill>
          <a:ln/>
        </p:spPr>
      </p:sp>
      <p:sp>
        <p:nvSpPr>
          <p:cNvPr id="10" name="Shape 7"/>
          <p:cNvSpPr/>
          <p:nvPr/>
        </p:nvSpPr>
        <p:spPr>
          <a:xfrm>
            <a:off x="6428232" y="1737360"/>
            <a:ext cx="502920" cy="502920"/>
          </a:xfrm>
          <a:prstGeom prst="ellipse">
            <a:avLst/>
          </a:prstGeom>
          <a:solidFill>
            <a:srgbClr val="D83B0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991" y="18681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737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19672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your invitation and sign in to the Azure portal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University of Gondar directory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own resource group and confirm you can use it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difference between a subscription and a resource group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three things that cost money and must be switched off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Words You Need Today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79222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Renting somebody else's computers over the internet instead of buying your own.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1208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95800" y="1673352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672" y="179222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62728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32376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cloud. Thousands of computers in data centres you can rent by the minute.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13776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8368" y="1673352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240" y="179222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45296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14944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organisation's directory of user accounts. Ours is University of Gondar.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" y="4293108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41198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9808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billing container. Everything created inside it is paid for by the trainer.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31208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95800" y="4293108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672" y="441198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62728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32376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holding your resources. Each student gets one. Delete it and everything inside goes.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13776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78368" y="4293108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7240" y="441198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45296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14944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actual thing you create: a storage account, a workspace, a machine.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Azure Is Organised</a:t>
            </a:r>
            <a:endParaRPr lang="en-US" sz="3100" dirty="0"/>
          </a:p>
        </p:txBody>
      </p:sp>
      <p:pic>
        <p:nvPicPr>
          <p:cNvPr id="4" name="Image 0" descr="hierarc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371600"/>
            <a:ext cx="786384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top to bottom. You will work only at the bottom two levels.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YOUR ACCESS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 User and Contributor — What They Mean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user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 your own email account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added to the university's directory as a visitor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sign in with your normal Microsoft account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see only what you are given access to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55448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004578"/>
          </a:solidFill>
          <a:ln/>
        </p:spPr>
      </p:sp>
      <p:sp>
        <p:nvSpPr>
          <p:cNvPr id="10" name="Shape 7"/>
          <p:cNvSpPr/>
          <p:nvPr/>
        </p:nvSpPr>
        <p:spPr>
          <a:xfrm>
            <a:off x="6473952" y="1783080"/>
            <a:ext cx="548640" cy="548640"/>
          </a:xfrm>
          <a:prstGeom prst="ellipse">
            <a:avLst/>
          </a:prstGeom>
          <a:solidFill>
            <a:srgbClr val="D83B0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598" y="19257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05472" y="1783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role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19672" y="251460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create, change and delete resources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run notebooks, train models, use AI services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give access to anybody else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touch other students' resource groups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9436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E5F9E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59436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= you can sign in;  Contributor = you can build things, but only in your own folder.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THE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 Get Access — Five Steps</a:t>
            </a:r>
            <a:endParaRPr lang="en-US" sz="3100" dirty="0"/>
          </a:p>
        </p:txBody>
      </p:sp>
      <p:pic>
        <p:nvPicPr>
          <p:cNvPr id="4" name="Image 0" descr="access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10881360" cy="32186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04578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486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does 1 and 3.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2, 4 and 5. Steps 1 and 3 happen before class — your invitation email is already waiting.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HANDS-ON (15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1A: Accept Your Invitation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1627632"/>
            <a:ext cx="10497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email inbox and look for a message from Microsoft Invitations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96896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2450592"/>
            <a:ext cx="10497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big Accept invitation button in that email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419856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3273552"/>
            <a:ext cx="10497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your Microsoft account (or create one — it is free)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242816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4096512"/>
            <a:ext cx="10497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permission request and click Accept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065776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15568" y="4919472"/>
            <a:ext cx="10497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opens showing you are now part of University of Gondar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8521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D83B01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8521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email?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Spam or Junk folder first. If it is not there, tell the trainer — they can resend it in one click.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HANDS-ON (20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1B: Sign In and Find Your Resource Group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1627632"/>
            <a:ext cx="10497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portal.azure.com and sign in with the same account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96896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2450592"/>
            <a:ext cx="10497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your name or the icon at the top-right corner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419856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3273552"/>
            <a:ext cx="10497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Switch directory, then choose UNIVERSITY OF GONDAR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242816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4096512"/>
            <a:ext cx="10497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search bar at the top, type: Resource groups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065776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15568" y="4919472"/>
            <a:ext cx="10497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 one group named rg-student-yourname. Click it.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8521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D83B01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8521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problem: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nothing at all. That means step 3 was skipped — you are still in your own directory.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TROUBLESHOOTING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Signing In: The Two Mistakes Everyone Makes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DEEEA"/>
          </a:solidFill>
          <a:ln w="19050">
            <a:solidFill>
              <a:srgbClr val="D83B0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D83B0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Wrong directory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2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portal looks empty. It says “no subscriptions found”.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A2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signed in to YOUR OWN directory, not the university's.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2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click your name (top right) → Switch directory → UNIVERSITY OF GONDAR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99632" y="155448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DEEEA"/>
          </a:solidFill>
          <a:ln w="19050">
            <a:solidFill>
              <a:srgbClr val="D83B0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73952" y="1783080"/>
            <a:ext cx="548640" cy="548640"/>
          </a:xfrm>
          <a:prstGeom prst="ellipse">
            <a:avLst/>
          </a:prstGeom>
          <a:solidFill>
            <a:srgbClr val="D83B0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598" y="19257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05472" y="1783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Wrong account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19672" y="251460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2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have more than one Microsoft account — a work one and a personal one.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A2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signs you in with the wrong one automatically.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2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check the email shown top right. Sign out fully, or use a private / incognito window.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59436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04578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59436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ask for help: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top-right corner. It must show YOUR email and UNIVERSITY OF GONDAR. That solves most problems.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WHY GUEST ACCESS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Do Not Need an Azure Account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made your own account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credit card is required to verify you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“Azure for Students” needs full-time student status — instructors are blocked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credit runs out after $100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cannot see or help with your work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99632" y="160020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107C10"/>
          </a:solidFill>
          <a:ln/>
        </p:spPr>
      </p:sp>
      <p:sp>
        <p:nvSpPr>
          <p:cNvPr id="8" name="Text 6"/>
          <p:cNvSpPr/>
          <p:nvPr/>
        </p:nvSpPr>
        <p:spPr>
          <a:xfrm>
            <a:off x="6519672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instead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19672" y="242316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guest on the university's subscription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card, no eligibility check, nothing to sign up for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email works — Gmail, Yahoo, Outlook, uog.edu.et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can see your work and help you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8978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E5F9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8978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tested: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Yahoo address was invited into the University of Gondar tenant and signed in successfully.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COST 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Costs Money — and What Does Not</a:t>
            </a:r>
            <a:endParaRPr lang="en-US" sz="3100" dirty="0"/>
          </a:p>
        </p:txBody>
      </p:sp>
      <p:pic>
        <p:nvPicPr>
          <p:cNvPr id="4" name="Image 0" descr="c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417320"/>
            <a:ext cx="932688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8978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D83B01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8978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rule: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switch on a compute instance, you switch it off before you leave. We do this together at 16:20.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CHECKPOINT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Break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46504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6276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accepted the invitation email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340864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459736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34086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sign in at portal.azure.com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17296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305409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switched the directory to University of Gondar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40080" y="3767328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886200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98448" y="37673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see my own resource group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599432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98448" y="4480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Contributor lets me do</a:t>
            </a:r>
            <a:endParaRPr lang="en-US" sz="1550" dirty="0"/>
          </a:p>
        </p:txBody>
      </p:sp>
      <p:sp>
        <p:nvSpPr>
          <p:cNvPr id="19" name="Shape 12"/>
          <p:cNvSpPr/>
          <p:nvPr/>
        </p:nvSpPr>
        <p:spPr>
          <a:xfrm>
            <a:off x="640080" y="5193792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5312664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98448" y="51937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which three things cost money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548640" y="62910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box is unticked, raise your hand now — everything after the break depends on these.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45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6217920" cy="6217920"/>
          </a:xfrm>
          <a:prstGeom prst="ellipse">
            <a:avLst/>
          </a:prstGeom>
          <a:solidFill>
            <a:srgbClr val="1E5F9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— THREE IDEAS TO CARRY FORWARD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783080" y="13533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levels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83080" y="179222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holds people. Subscription holds the bill. Resource group holds your work. Resources are the things you build.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783080" y="26151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guest with Contributor rights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83080" y="305409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build freely inside your own resource group, and you cannot break anybody else's.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803904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783080" y="38770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costs money, clicking does not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83080" y="43159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 the portal is free. A running compute instance is not. Switch it off.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525780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1E5F9E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2578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Session 2 (10:45):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first real resources: a storage account, and your dataset uploaded into the cloud. Using both the portal and the command line.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2026-07-21T22:00:38Z</dcterms:created>
  <dcterms:modified xsi:type="dcterms:W3CDTF">2026-07-21T22:00:38Z</dcterms:modified>
</cp:coreProperties>
</file>