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5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1E5F9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1E5F9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MICROSOFT AZURE · SESSION 4 · 15:30 – 16:30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AI Services &amp; Cleaning Up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that Microsoft already trained — no compute, no training, no waiting. Then leave the subscription exactly as you found it.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3 of 5 · 1 hour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building a model and calling a ready-made one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Azure AI Language does: sentiment, key phrases, language detection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endpoint and a key are, and why keys must be kept secret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an Azure AI service from Python in five lines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clean up so nothing keeps costing money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004578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Azure AI Language resource on the free tier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endpoint and key in the portal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sentiment analysis on your own sentences from Python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this approach with the model you trained in Session 3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your compute and confirm nothing is left running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THE CHOICE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Get AI — Which Do You Need?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it yourself (Session 3)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your own data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compute instance (costs money)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time and skill to get right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problem is specific to you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6002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004578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828800"/>
            <a:ext cx="548640" cy="54864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598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828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ready-made service (now)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56032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already trained it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compute instance at all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five minutes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common tasks: text, speech, vision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9893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5F9E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989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ready-made service first. Only train your own when nothing off the shelf fits your problem.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You Need for AI Services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services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Ready-trained models Microsoft hosts for you: language, vision, speech, translation.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1208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800" y="167335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72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2728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Language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2376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one. Sentiment, key phrases, language detection, entity recognition.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3776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8368" y="167335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296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4944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address your code sends text to. It looks like a normal URL.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2931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4119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password for that endpoint. Anyone holding it can spend your money — keep it secret.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1208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5800" y="42931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672" y="44119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62728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(F0)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32376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allowance, enough for the whole class. Choose it when creating the resource.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3776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8368" y="42931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240" y="44119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5296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14944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library that hides the web request, so calling AI looks like calling a function.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HANDS-ON (10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4A: Create the AI Language Resource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554480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portal search bar type Language, then choose Language service and click Create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267712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extra features — click Continue to create your resource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98094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group: YOUR group.  Name: lang-abebe.  Region: the same as before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3694176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tier: choose Free F0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440740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Responsible AI notice, then Review + create, then Create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5568" y="5120640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is ready, click Go to resource → Keys and Endpoint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9436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D83B01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43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two things: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1 and the Endpoint URL. You need both in the next lab. Never paste them into a public repository.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4B: Call It From Python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206240"/>
          </a:xfrm>
          <a:prstGeom prst="roundRect">
            <a:avLst>
              <a:gd name="adj" fmla="val 1304"/>
            </a:avLst>
          </a:prstGeom>
          <a:solidFill>
            <a:srgbClr val="F1F4F7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640080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Cloud Shell:  pip install azure-ai-textanalytics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azure.ai.textanalytics import TextAnalyticsClient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azure.core.credentials import AzureKeyCredential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     = "paste-your-key-here"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= "paste-your-endpoint-here"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TextAnalyticsClient(ENDPOINT, AzureKeyCredential(KEY))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sentences =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"The training today was excellent!",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 am tired and the room is too hot.",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result in client.analyze_sentiment(sentences):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print(result.sentiment, "-", result.confidence_scores)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0" y="1554480"/>
            <a:ext cx="4142232" cy="4206240"/>
          </a:xfrm>
          <a:prstGeom prst="roundRect">
            <a:avLst>
              <a:gd name="adj" fmla="val 2208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0" y="219456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1F4F7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2304288"/>
            <a:ext cx="32461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 - {'positive':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1.0, 'neutral': 0.0,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'negative': 0.0}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 - {'positive':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0.0, 'neutral': 0.01,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'negative': 0.99}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11480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Hugging Face on Day 1 — but hosted, scaled and supported by Microsoft, and it understands many more languages.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9436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457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943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script is in the repository: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Day3/Session4/language_demo.py — edit two lines and run it.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HANDS-ON (10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4C: Try the Other Features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3108960"/>
          </a:xfrm>
          <a:prstGeom prst="roundRect">
            <a:avLst>
              <a:gd name="adj" fmla="val 1765"/>
            </a:avLst>
          </a:prstGeom>
          <a:solidFill>
            <a:srgbClr val="F1F4F7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10725912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 phrases - what is this text about?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 in client.extract_key_phrases(["The drone flew over the training field at dawn."]):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print(r.key_phrases)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Language detection - what language is this?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 in client.detect_language(["አገልግሎቱ በጣም ጥሩ ነበር።", "Bonjour tout le monde"]):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print(r.primary_language.name, r.primary_language.confidence_score)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Named entities - who and what is mentioned?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 in client.recognize_entities(["Abebe travelled to Gondar in January."]):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 in r.entities: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print(e.text, "-&gt;", e.category)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07C1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5029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Amharic result.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English-only model on Day 1, this service detects it correctly — that is what a hosted, maintained service buys you.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your own sentences in Amharic, Afaan Oromoo and English. Compare which features work well and which do not.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HANDS-ON (10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4D: Clean Up — Everybody, Together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D83B0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9037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544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this together now, at 16:20. Nobody leaves with a compute instance running.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2743200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Studio → Compute → tick your instance → Stop → wait for 'Stopped'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3547872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→ your resource group → check nothing else says 'Running'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15568" y="4352544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storage account and the Language resource — they cost almost nothing and we use them tomorrow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29437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15568" y="5157216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to delete everything, open your resource group and click Delete resource group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9893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5F9E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989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resource group deletes everything inside it.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fastest cleanup — and it cannot be undone.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FINAL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Leave Today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accepted the invitation and can sign in to the Azure portal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1343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194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switched directory and can see my own resource group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2761488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88036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27614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created a storage account and uploaded a CSV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447288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3284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ran Azure CLI commands in Cloud Shell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014216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38953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created an ML workspace and trained a model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4462272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58114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44622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registered my model in the workspace</a:t>
            </a:r>
            <a:endParaRPr lang="en-US" sz="1550" dirty="0"/>
          </a:p>
        </p:txBody>
      </p:sp>
      <p:sp>
        <p:nvSpPr>
          <p:cNvPr id="22" name="Shape 14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148072"/>
            <a:ext cx="219456" cy="21945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98448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called Azure AI Language from Python</a:t>
            </a:r>
            <a:endParaRPr lang="en-US" sz="1550" dirty="0"/>
          </a:p>
        </p:txBody>
      </p:sp>
      <p:sp>
        <p:nvSpPr>
          <p:cNvPr id="25" name="Shape 16"/>
          <p:cNvSpPr/>
          <p:nvPr/>
        </p:nvSpPr>
        <p:spPr>
          <a:xfrm>
            <a:off x="640080" y="5596128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5715000"/>
            <a:ext cx="219456" cy="21945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298448" y="55961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COMPUTE INSTANCE SAYS STOPPED</a:t>
            </a:r>
            <a:endParaRPr lang="en-US" sz="1550" dirty="0"/>
          </a:p>
        </p:txBody>
      </p:sp>
      <p:sp>
        <p:nvSpPr>
          <p:cNvPr id="28" name="Text 18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will check the subscription tonight. Anything left running will be stopped and noted.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5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1E5F9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THREE IDEAS TO REMEMBER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is somebody else's computer, rented by the minute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created, used and returned real infrastructure today without buying anything.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or call it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 own model when the problem is yours alone. Otherwise call a service that already exists.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a skill, not an accident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 bills, and switching it off, is as much a part of cloud work as writing the code.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E5F9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4: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Fine-tuning. Take a model that already exists and train it a little further on your own data, so it specialises for your task.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2026-07-21T08:46:16Z</dcterms:created>
  <dcterms:modified xsi:type="dcterms:W3CDTF">2026-07-21T08:46:16Z</dcterms:modified>
</cp:coreProperties>
</file>