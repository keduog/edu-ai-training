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303F9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303F9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FINE-TUNING · SESSION 1 · 09:00 – 10:30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Neuron to the Resource Wall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single neuron learn a rule nobody told it. Scale that idea to a real language model. Then try to load Meta's Llama-2-7B and watch it crash.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4 of 5 · 1.5 hours · Google Colab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neuron learns — guess, measure blame, nudge, repeat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language model is that same loop across 494 million numbers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model really outputs: a probability for every possible next word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calculate memory needs before wasting an hour downloading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Meta's Llama-2-7B will not run on a free Colab GPU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1A237E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neuron to solve a puzzle it was never given the rule for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Qwen2-0.5B, prompt it, and inspect its next-word probabilities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any model will fit BEFORE downloading it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real usable memory of your GPU by crashing it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small model you can train beats a big one you cannot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WARM-UP (5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Puzzle: Nobody Will Tell You the Rule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invented an operation called  ⭗ .  Here is everything you know about it: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77440" y="1965960"/>
            <a:ext cx="7406640" cy="1828800"/>
          </a:xfrm>
          <a:prstGeom prst="roundRect">
            <a:avLst>
              <a:gd name="adj" fmla="val 3000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2075688"/>
            <a:ext cx="70408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⭗   6   ⭗   8    =   100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⭗   7   ⭗   9    =   110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⭗   8   ⭗   10   =   120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 ⭗   10  ⭗   12   =   140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 14 ⭗ 16 ⭗ 18 ?          What is  22 ⭗ 24 ⭗ 26 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846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minutes. Try it by hand.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only examples, never the rule. That is exactly the situation every machine learning model is in.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will let a single neuron — four numbers — work it out for itself.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THE BUILDING BLOCK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Neuron Is Four Numbers</a:t>
            </a:r>
            <a:endParaRPr lang="en-US" sz="3100" dirty="0"/>
          </a:p>
        </p:txBody>
      </p:sp>
      <p:pic>
        <p:nvPicPr>
          <p:cNvPr id="4" name="Image 0" descr="neu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63040"/>
            <a:ext cx="94183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entire model.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weights and one bias. It starts random and knows nothing at all.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Learns: Four Steps, Repeated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658368" cy="658368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1844528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Guess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w1·x1 + w2·x2 + w3·x3 + b   — at first, badly.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752344"/>
            <a:ext cx="658368" cy="658368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6" y="2923520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6791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Measure the error (loss)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30632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off was it? Think of loss as an overall BLAME SCORE.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658368" cy="658368"/>
          </a:xfrm>
          <a:prstGeom prst="ellipse">
            <a:avLst/>
          </a:prstGeom>
          <a:solidFill>
            <a:srgbClr val="FF6F0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4002512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758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Share out the blame (backpropagation)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41422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how much each individual weight contributed to that error.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910328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6" y="5081504"/>
            <a:ext cx="316017" cy="3160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8371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Nudge every number against its blame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54480" y="52212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go back to step 1. Do it 1,500 times.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59893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21" name="Text 15"/>
          <p:cNvSpPr/>
          <p:nvPr/>
        </p:nvSpPr>
        <p:spPr>
          <a:xfrm>
            <a:off x="868680" y="5989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course is this loop.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PaLM, Qwen — same four steps, just across billions of numbers instead of four.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THE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Learn</a:t>
            </a:r>
            <a:endParaRPr lang="en-US" sz="3100" dirty="0"/>
          </a:p>
        </p:txBody>
      </p:sp>
      <p:pic>
        <p:nvPicPr>
          <p:cNvPr id="4" name="Image 0" descr="loss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17320"/>
            <a:ext cx="95097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7607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2E7D3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7607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200.4 and 280.7.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answers are 200 and 280 — and it had never seen those numbers. It learned the RULE.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FROM 4 TO 494,000,000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Scale the Same Idea Up</a:t>
            </a:r>
            <a:endParaRPr lang="en-US" sz="3100" dirty="0"/>
          </a:p>
        </p:txBody>
      </p:sp>
      <p:pic>
        <p:nvPicPr>
          <p:cNvPr id="4" name="Image 0" descr="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63040"/>
            <a:ext cx="969264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521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852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Qwen2-0.5B is 494 million of those numbers.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loop, same maths — but trained on trillions of words instead of four examples.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Language Model Actually Does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the next word. That is all. Everything else emerges from doing it extremely well.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2788920"/>
          </a:xfrm>
          <a:prstGeom prst="roundRect">
            <a:avLst>
              <a:gd name="adj" fmla="val 1967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75688"/>
            <a:ext cx="10725912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"The capital city of Ethiopia is ___"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word        probability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Addis'            84.2%   ################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the'               4.1%   #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located'           2.8%   #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a'                 1.9%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now'               1.1%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937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lookup table. No database.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probability for every word in the vocabulary, learned by the same guess-blame-nudge loop.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run this yourself in Cell 10 — and see the numbers for your own prompts.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Words That Decide Everything Today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chip that does AI maths. Free Colab gives you a T4 with about 15 GB of usable memory.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1208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800" y="1673352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72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2728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2376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ON the GPU. This is the hard limit. Your laptop's RAM does not help.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3776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8368" y="1673352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296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4944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inside a model. 0.5B means 500 million of them.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293108"/>
            <a:ext cx="457200" cy="457200"/>
          </a:xfrm>
          <a:prstGeom prst="ellipse">
            <a:avLst/>
          </a:prstGeom>
          <a:solidFill>
            <a:srgbClr val="5C6B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4119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per number. fp32 = 4 bytes, fp16 = 2 bytes. Halving precision halves memory.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1208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5800" y="4293108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672" y="44119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62728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32376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Memory. The model needed more than the GPU had. The session dies.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3776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4F5FC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8368" y="429310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240" y="44119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5296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14944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big model, train tiny add-ons. Turns impossible into 10 minutes.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THE MATHS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Formula You Need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2148840"/>
          </a:xfrm>
          <a:prstGeom prst="roundRect">
            <a:avLst>
              <a:gd name="adj" fmla="val 2553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1072591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memory_GB  =  parameters  x  bytes_per_parameter  /  1,000,000,000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 loading it (fp16):      2 bytes per parameter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Fine-tuning with LoRA:       ~2.5 bytes per parameter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fine-tuning:            ~16 bytes per parameter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(4 weights + 4 gradients + 8 optimizer)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886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Qwen2-0.5B, full fine-tune  =  0.5 x 16  =  8 GB. It fits. Qwen2-7B  =  7 x 16  =  112 GB. It does not.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calculation before you download anything. It takes ten seconds and saves an hour.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303F9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Day 1?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 has 540B parameters. Full fine-tuning it would need about 8,600 GB — roughly 110 A100 GPUs.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SEE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Memory Wall</a:t>
            </a:r>
            <a:endParaRPr lang="en-US" sz="3100" dirty="0"/>
          </a:p>
        </p:txBody>
      </p:sp>
      <p:pic>
        <p:nvPicPr>
          <p:cNvPr id="4" name="Image 0" descr="mem_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63040"/>
            <a:ext cx="969264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scale. Anything above the orange line crashes on free Colab.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1A: What Did Colab Give You?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42516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25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645920"/>
            <a:ext cx="501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colab.research.google.com and sign 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66060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6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569464"/>
            <a:ext cx="501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-&gt; New notebook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89604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896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493008"/>
            <a:ext cx="501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-&gt; Change runtime type -&gt; T4 GPU -&gt; Save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416552"/>
            <a:ext cx="5010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code on the right into the first cell and press Shift+Enter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64592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755648"/>
            <a:ext cx="484632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!nvidia-smi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print(torch.cuda.is_available())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 = torch.cuda.get_device_properties(0)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print(props.name)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print(props.total_memory/1024**3, 'GB')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T4 and about 15 GB. If it says False, you did not switch the runtime — go back to step 3.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1B: Load a Small Model — It Works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0" cy="3200400"/>
          </a:xfrm>
          <a:prstGeom prst="roundRect">
            <a:avLst>
              <a:gd name="adj" fmla="val 1714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621792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AutoModelForCausalLM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AutoModelForCausalLM.from_pretrained(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"Qwen/Qwen2-0.5B-Instruct",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torch_dtype=torch.float16,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device_map="auto")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= torch.cuda.memory_allocated(0)/1024**3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print(f"Model is using {used:.2f} GB")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25112" cy="3200400"/>
          </a:xfrm>
          <a:prstGeom prst="roundRect">
            <a:avLst>
              <a:gd name="adj" fmla="val 2857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0" y="2240280"/>
            <a:ext cx="3794760" cy="868680"/>
          </a:xfrm>
          <a:prstGeom prst="roundRect">
            <a:avLst>
              <a:gd name="adj" fmla="val 6316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2350008"/>
            <a:ext cx="34290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is using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 GB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329184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0.9 GB, got 0.94 GB. The formula works.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29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 GB out of 15 GB.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used 6% of the GPU. There is room to train. This is the whole reason small models matter.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THE WALL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Try Meta's Llama-2-7B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used 6% of the GPU. So why not use a bigger, better model? Do the arithmetic first.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3017520"/>
          </a:xfrm>
          <a:prstGeom prst="roundRect">
            <a:avLst>
              <a:gd name="adj" fmla="val 1818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75688"/>
            <a:ext cx="10725912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                  load fp16      LoRA    full FT   verdict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Qwen2-0.5B                  0.9GB     1.2GB      7.4GB   full FT fits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Llama-2-7B  (Meta)         12.6GB    15.7GB    100.4GB   TOO TIGHT -&gt; crashes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Llama-3-70B (Meta)        130.4GB   163.0GB   1043.1GB   WILL NOT LOAD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PaLM 540B                1005.8GB  1257.3GB   8046.6GB   WILL NOT LOAD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reports        : 15.0 GB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 overhead      :  1.3 GB  (context, kernels, workspace)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Actually usable    : 13.7 GB  &lt;-- the REAL wall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1663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166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 GB of weights against 13.7 GB usable.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gigabyte left for activations — not enough to run even one short prompt.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has 15 GB and the model is 12.6 GB, so it fits" is wrong. You never get all 15.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Real Wall — By Hitting 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half a gigabyte at a time until the GPU refuses. This crashes on purpose.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675120" cy="3017520"/>
          </a:xfrm>
          <a:prstGeom prst="roundRect">
            <a:avLst>
              <a:gd name="adj" fmla="val 1818"/>
            </a:avLst>
          </a:prstGeom>
          <a:solidFill>
            <a:srgbClr val="F1F3F8"/>
          </a:solidFill>
          <a:ln w="12700">
            <a:solidFill>
              <a:srgbClr val="D5DA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75688"/>
            <a:ext cx="63093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allocated   0.5 GB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allocated   1.0 GB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...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allocated  12.5 GB  &lt;-- Llama-2-7B needs this much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allocated  13.0 GB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allocated  13.5 GB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CRASHED - torch.cuda.OutOfMemoryError &lt;&lt;&lt;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The GPU refused at 13.5 GB &lt;&lt;&lt;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06640" y="1965960"/>
            <a:ext cx="4233672" cy="3017520"/>
          </a:xfrm>
          <a:prstGeom prst="roundRect">
            <a:avLst>
              <a:gd name="adj" fmla="val 3030"/>
            </a:avLst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0" y="260604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reach the advertised 15 GB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Llama's weights alone nearly fill it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left for actually running it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2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Runtime -&gt; Restart session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37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predicted this in 10 seconds.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Downloading Llama-2-7B to find out would have taken 15+ minutes. Always do the maths first.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Break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trained a single neuron and watched the loss fall to almost zero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8658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26771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correctly answered 200 and 280 for numbers it had never seen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29077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02666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2907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describe the four-step learning loop in my own words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54787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66674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5478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loaded Qwen2-0.5B and saw about 0.94 GB used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306824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1879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prompted it and looked at the next-word probabilities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482803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94690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48280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found my GPU's real usable memory by crashing it</a:t>
            </a:r>
            <a:endParaRPr lang="en-US" sz="1550" dirty="0"/>
          </a:p>
        </p:txBody>
      </p:sp>
      <p:sp>
        <p:nvSpPr>
          <p:cNvPr id="22" name="Shape 14"/>
          <p:cNvSpPr/>
          <p:nvPr/>
        </p:nvSpPr>
        <p:spPr>
          <a:xfrm>
            <a:off x="640080" y="546811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586984"/>
            <a:ext cx="219456" cy="21945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98448" y="546811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why Meta's Llama-2-7B will not run here</a:t>
            </a:r>
            <a:endParaRPr lang="en-US" sz="1550" dirty="0"/>
          </a:p>
        </p:txBody>
      </p:sp>
      <p:sp>
        <p:nvSpPr>
          <p:cNvPr id="25" name="Text 16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do the memory calculation, ask now — the whole afternoon depends on it.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303F9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is guess, blame, nudge, repeat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neuron with four numbers did it. Qwen2-0.5B does the same thing across 494 million.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get the whole GPU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GB advertised, about 13.7 GB usable. Meta's Llama-2-7B needs 12.6 GB and still fails.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03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maths before the download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seconds of arithmetic beats fifteen minutes of downloading and crashing.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303F9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2 (10:45):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and Amharic. You will see why the model struggles with Ge'ez script before you fix anything.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2026-07-23T06:55:26Z</dcterms:created>
  <dcterms:modified xsi:type="dcterms:W3CDTF">2026-07-23T06:55:26Z</dcterms:modified>
</cp:coreProperties>
</file>