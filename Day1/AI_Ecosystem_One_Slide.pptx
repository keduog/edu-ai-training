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slide: present fully on Day 1 (~10 min walkthrough, top to bottom). Each following morning, show for 60 seconds and highlight the layer(s) tagged with that day. Color code: teal = things trainees build; purple = platforms and tools they use. Day 5 close: show fully lit and map the mini projects onto the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Ecosystem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680960" y="29260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applications to infrastructure — one unified 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05256"/>
            <a:ext cx="11457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applications &amp; services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" y="1170432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0432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Chatbots &amp; assistants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Support, copilots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1371" y="1170432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1371" y="1170432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vision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Detection, OCR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7254" y="1170432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7254" y="1170432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 &amp; language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ASR, translation, 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73138" y="1170432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3138" y="1170432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ranking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39021" y="1170432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39021" y="1170432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&amp; forecasting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Prediction, insights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83664"/>
            <a:ext cx="11457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2148840"/>
            <a:ext cx="3685032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148840"/>
            <a:ext cx="36850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 (LLMs)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GPT, Claude, Llama, Qwen, DeepSeek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148840"/>
            <a:ext cx="3685032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2148840"/>
            <a:ext cx="36850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models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Vision-language, audio, video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28432" y="2148840"/>
            <a:ext cx="3685032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2148840"/>
            <a:ext cx="368503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Specialized models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Vision, speech, time series, tabular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25496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862072"/>
            <a:ext cx="11457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 lifecycle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" y="3127248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127248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Collect, clean, label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1371" y="3127248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1371" y="3127248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scratch, pretraining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07254" y="3127248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7254" y="3127248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 pretrained models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73138" y="3127248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3138" y="3127248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Metrics, benchmarks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39021" y="3127248"/>
            <a:ext cx="2174443" cy="502920"/>
          </a:xfrm>
          <a:prstGeom prst="roundRect">
            <a:avLst>
              <a:gd name="adj" fmla="val 10909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9021" y="3127248"/>
            <a:ext cx="2174443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&amp; MLOps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Serving, monitoring, CI/CD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803904"/>
            <a:ext cx="11457432" cy="685800"/>
          </a:xfrm>
          <a:prstGeom prst="roundRect">
            <a:avLst>
              <a:gd name="adj" fmla="val 10667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40480"/>
            <a:ext cx="11457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 &amp; libraries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" y="4069080"/>
            <a:ext cx="1796796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069080"/>
            <a:ext cx="17967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63724" y="4069080"/>
            <a:ext cx="1796796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63724" y="4069080"/>
            <a:ext cx="17967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51960" y="4069080"/>
            <a:ext cx="1796796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069080"/>
            <a:ext cx="17967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Keras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40196" y="4069080"/>
            <a:ext cx="1796796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0196" y="4069080"/>
            <a:ext cx="17967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028432" y="4069080"/>
            <a:ext cx="1796796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28432" y="4069080"/>
            <a:ext cx="17967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 Face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916668" y="4069080"/>
            <a:ext cx="1796796" cy="347472"/>
          </a:xfrm>
          <a:prstGeom prst="roundRect">
            <a:avLst>
              <a:gd name="adj" fmla="val 1578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16668" y="4069080"/>
            <a:ext cx="17967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4599432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36008"/>
            <a:ext cx="11457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Platforms &amp; developer tools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5488" y="4901184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4901184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AI platforms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SageMaker, Vertex AI, Azure ML, watsonx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307842" y="4901184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07842" y="4901184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Notebooks &amp; IDEs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Jupyter, Colab, VS Code, PyCharm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40196" y="4901184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0196" y="4901184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&amp; data hubs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 Face Hub, Kaggle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72550" y="4901184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72550" y="4901184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 &amp; versioning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Git, GitHub, MLflow, W&amp;B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5577840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5614416"/>
            <a:ext cx="11457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infrastructure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5488" y="5879592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5879592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&amp; data centers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GPU/TPU clusters, hyperscalers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307842" y="5879592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07842" y="5879592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On-premise servers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 clusters, HPC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40196" y="5879592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40196" y="5879592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&amp; embedded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Jetson, mobile, microcontrollers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972550" y="5879592"/>
            <a:ext cx="2740914" cy="502920"/>
          </a:xfrm>
          <a:prstGeom prst="roundRect">
            <a:avLst>
              <a:gd name="adj" fmla="val 10909"/>
            </a:avLst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72550" y="5879592"/>
            <a:ext cx="274091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621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accelerators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GPU, TPU, NPU, ASIC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C2C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Lab Training Ecosystem — Course Master Map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108173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applications &amp; inference — every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060704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60704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 assistant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9856" y="1060704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060704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Jetson camera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060704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060704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text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NER, LLM apps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87968" y="1060704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7968" y="1060704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728216"/>
            <a:ext cx="11091672" cy="1243584"/>
          </a:xfrm>
          <a:prstGeom prst="roundRect">
            <a:avLst>
              <a:gd name="adj" fmla="val 5882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773936"/>
            <a:ext cx="108173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 — Day 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057400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057400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label, split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19856" y="2057400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2057400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scratch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53912" y="2057400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2057400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 pretrained models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87968" y="2057400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87968" y="2057400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6E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Metrics, testing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2642616"/>
            <a:ext cx="10817352" cy="27432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64261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50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foundations:  tokenization  ·  vocabulary  ·  attention  ·  feed-forward  ·  backpropagation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54096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099816"/>
            <a:ext cx="108173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Frameworks &amp; libraries — Days 1 &amp; 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383280"/>
            <a:ext cx="2587752" cy="329184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383280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19856" y="3383280"/>
            <a:ext cx="2587752" cy="329184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3383280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3383280"/>
            <a:ext cx="2587752" cy="329184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383280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 Face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87968" y="3383280"/>
            <a:ext cx="2587752" cy="329184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3383280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· pandas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849624"/>
            <a:ext cx="11091672" cy="1243584"/>
          </a:xfrm>
          <a:prstGeom prst="roundRect">
            <a:avLst>
              <a:gd name="adj" fmla="val 5882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895344"/>
            <a:ext cx="108173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AI platforms &amp; MLOps — Days 2–3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4178808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178808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SageMaker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&amp; deploy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19856" y="4178808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4178808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Vertex AI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GCP AI tasks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53912" y="4178808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4178808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ML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Pipelines, AutoML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87968" y="4178808"/>
            <a:ext cx="2587752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7968" y="4178808"/>
            <a:ext cx="25877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IBM Watson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services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" y="4764024"/>
            <a:ext cx="10817352" cy="274320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764024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MLOps:  endpoints  ·  batch inference  ·  monitoring  ·  pipelines  ·  CI/CD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17550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5221224"/>
            <a:ext cx="1081735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infrastructure — cloud (Days 2–3)  ·  edge (Day 5)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5800" y="5504688"/>
            <a:ext cx="3493008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504688"/>
            <a:ext cx="349300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AWS, GCP, Azure, IBM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34256" y="5504688"/>
            <a:ext cx="3493008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34256" y="5504688"/>
            <a:ext cx="349300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devices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Arduino, ESP32, Raspberry Pi, Jetson Nano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982712" y="5504688"/>
            <a:ext cx="3493008" cy="530352"/>
          </a:xfrm>
          <a:prstGeom prst="roundRect">
            <a:avLst>
              <a:gd name="adj" fmla="val 10345"/>
            </a:avLst>
          </a:prstGeom>
          <a:solidFill>
            <a:srgbClr val="EEEDFE"/>
          </a:solidFill>
          <a:ln w="9525">
            <a:solidFill>
              <a:srgbClr val="AFA9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82712" y="5504688"/>
            <a:ext cx="349300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4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 environment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34A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Colab, PyCharm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48640" y="6172200"/>
            <a:ext cx="11091672" cy="512064"/>
          </a:xfrm>
          <a:prstGeom prst="roundRect">
            <a:avLst>
              <a:gd name="adj" fmla="val 14286"/>
            </a:avLst>
          </a:prstGeom>
          <a:solidFill>
            <a:srgbClr val="F4F3E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172200"/>
            <a:ext cx="1109167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44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 &amp; tooling — Day 1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 ·  Git workflow  ·  Copilot &amp; Cursor  ·  Hugging Face Hub  ·  shared course repo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2124</Words>
  <Application>WPS Presentation</Application>
  <PresentationFormat>On-screen Show (16:9)</PresentationFormat>
  <Paragraphs>163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Kedir Yassin</cp:lastModifiedBy>
  <cp:revision>2</cp:revision>
  <dcterms:created xsi:type="dcterms:W3CDTF">2026-07-19T08:11:00Z</dcterms:created>
  <dcterms:modified xsi:type="dcterms:W3CDTF">2026-07-20T02:41:58Z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5DC46F0BF2984B5C9CF53C268DFF672B_12</vt:lpwstr>
  </property>
</Properties>
</file>