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0E4C5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WORKING WITH APIs · SESSION 4 · 15:30 – 16:30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Providers, Cost, Safety &amp; Capstone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is not the only option. Compare providers, work out what a real deployment would cost, check your own security, and finish the week.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5 of 5 · 1 hour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APIs with free tiers, and how to switch between them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API pricing actually works, and how to estimate a real bill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checklist before any AI project goes live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finished work should live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whole week together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83344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alternatives to Gemini and when you would use each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monthly cost of a real deployment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own notebook for leaked keys and unsafe patterns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capstone to GitHub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full path from Day 1 to Day 5 in your own words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OTHER PROVIDERS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Locked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609344"/>
            <a:ext cx="420624" cy="420624"/>
          </a:xfrm>
          <a:prstGeom prst="ellipse">
            <a:avLst/>
          </a:prstGeom>
          <a:solidFill>
            <a:srgbClr val="0069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06" y="1718706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5296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used. Generous free tier, no card, huge context window, built-in search grounding.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609344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778" y="171870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01768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07992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responses, free tier available. Runs open models like Llama. Good when latency matters.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47888" y="1609344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250" y="1718706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591056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84464" y="2121408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hundreds of models from many vendors. Some free models. Excellent for comparing options.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219956"/>
            <a:ext cx="420624" cy="420624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6" y="4329318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25296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Inference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many open models — including ones you fine-tuned yesterday.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1416" y="4219956"/>
            <a:ext cx="420624" cy="420624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778" y="4329318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01768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(local)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07992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at all. Runs models on your own machine. Free forever, works offline, needs your hardware.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4073652"/>
            <a:ext cx="3538728" cy="2372868"/>
          </a:xfrm>
          <a:prstGeom prst="roundRect">
            <a:avLst>
              <a:gd name="adj" fmla="val 3083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47888" y="4219956"/>
            <a:ext cx="420624" cy="420624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250" y="4329318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420166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84464" y="4732020"/>
            <a:ext cx="3172968" cy="1568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providers copy OpenAI's request format — so switching often means changing two lines.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MONEY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This Actually Cost?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3931920"/>
          </a:xfrm>
          <a:prstGeom prst="roundRect">
            <a:avLst>
              <a:gd name="adj" fmla="val 1395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9344"/>
            <a:ext cx="10762488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realistic university help-desk assistant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200 questions per day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~500 input tokens each   (question + document context)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~300 output tokens each  (the answer)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 month:   200 x 30 = 6,000 requests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6,000 x 500 =  3,000,000 input tokens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6,000 x 300 =  1,800,000 output tokens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Flash-class model at roughly $1.50 / 1M in, $7.50 / 1M out: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input   3.0M x $1.50  =  $4.50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output  1.8M x $7.50  =  $13.50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------------------------------</a:t>
            </a:r>
            <a:endParaRPr lang="en-US" sz="11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TOTAL   about $18 per month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577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change constantly — always check the current pricing page.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METHOD does not change: count requests, count tokens, multiply.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QUOTAS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 vs Paid — Know Where the Wall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9344"/>
            <a:ext cx="621792" cy="621792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746" y="1771010"/>
            <a:ext cx="298460" cy="298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7904" y="1554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is genuinely useful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17904" y="192024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for learning, prototypes, class projects and small internal tools. No credit card needed.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779776"/>
            <a:ext cx="621792" cy="621792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941442"/>
            <a:ext cx="298460" cy="298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27249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capped per minute AND per day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17904" y="30906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cap resets on a fixed schedule, not a rolling 24 hours. Burn it at noon and you wait.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950208"/>
            <a:ext cx="621792" cy="621792"/>
          </a:xfrm>
          <a:prstGeom prst="ellipse">
            <a:avLst/>
          </a:prstGeom>
          <a:solidFill>
            <a:srgbClr val="C6282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46" y="4111874"/>
            <a:ext cx="298460" cy="298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17904" y="38953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usage may be used to improve the model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17904" y="426110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terms. For sensitive or classified material this alone rules out the free tier.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120640"/>
            <a:ext cx="621792" cy="621792"/>
          </a:xfrm>
          <a:prstGeom prst="ellipse">
            <a:avLst/>
          </a:prstGeom>
          <a:solidFill>
            <a:srgbClr val="4DB6A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5282306"/>
            <a:ext cx="298460" cy="298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17904" y="506577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sensitive, self-host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517904" y="543153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what Day 4 was for. A fine-tuned small model on your own hardware sends nothing anywhere.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limits: ai.google.dev/gemini-api/docs/rate-limits   —   they change often, so check rather than assume.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4A: Audit Your Own Notebook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is shared, run this checklist over your own work. Every point is a real incident that happens weekly.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02536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your notebook for  AIzaSy  — if it appears anywhere, the key is exposed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5877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every key comes from userdata.get() or os.environ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55264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all outputs before sharing — keys can be printed in old output cells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922776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real personal data into a prompt while learning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590288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key ever leaked: delete it in AI Studio and create a new one. Immediately.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40096"/>
            <a:ext cx="365760" cy="365760"/>
          </a:xfrm>
          <a:prstGeom prst="ellipse">
            <a:avLst/>
          </a:prstGeom>
          <a:solidFill>
            <a:srgbClr val="EF6C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257800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nothing sensitive was sent to a free-tier endpoint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8064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806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leaked key takes 30 seconds.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an unexpected bill, or leaked data, takes considerably longer.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Capstone</a:t>
            </a:r>
            <a:endParaRPr lang="en-US" sz="3000" dirty="0"/>
          </a:p>
        </p:txBody>
      </p:sp>
      <p:pic>
        <p:nvPicPr>
          <p:cNvPr id="4" name="Image 0" descr="capst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06070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2920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1F8F7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5074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useful assistant and push it to GitHub.  </a:t>
            </a:r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an Amharic study helper, a policy question-answerer for your department, a report summariser, a lesson-plan generator, a translation checker.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Learned This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3566160"/>
          </a:xfrm>
          <a:prstGeom prst="roundRect">
            <a:avLst>
              <a:gd name="adj" fmla="val 1538"/>
            </a:avLst>
          </a:prstGeom>
          <a:solidFill>
            <a:srgbClr val="F2F5F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55064"/>
            <a:ext cx="1076248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1   The AI ecosystem, GitHub, Colab, Hugging Face, Copilot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2   Local Python and cloud AI platforms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3   Microsoft Azure: guest access, storage, ML workspace, AI services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4   One neuron -&gt; 494M parameters -&gt; LoRA fine-tuning for Amharic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 5   APIs: rent a large model, control it, ground it, ship it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THREAD RUNNING THROUGH ALL FIVE DAYS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Know what things cost.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Prove what you claim.</a:t>
            </a:r>
            <a:endParaRPr lang="en-US" sz="1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0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Choose the smallest tool that solves the problem.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5349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build, fine-tune, deploy and integrate AI systems.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used this week was free or nearly free.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FINAL CHECKLIST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33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Leave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and safely stored my own API key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31343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194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made API calls with system instructions and streaming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880360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276148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 multi-turn chat and parsed JSON output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47288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3284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handled a rate-limit error without crashing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014216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389534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an assistant that answers from a document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458114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44622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grounded an answer in live web search with sources</a:t>
            </a:r>
            <a:endParaRPr lang="en-US" sz="1550" dirty="0"/>
          </a:p>
        </p:txBody>
      </p:sp>
      <p:sp>
        <p:nvSpPr>
          <p:cNvPr id="22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5148072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98448" y="50292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audited my notebook for leaked keys</a:t>
            </a:r>
            <a:endParaRPr lang="en-US" sz="1550" dirty="0"/>
          </a:p>
        </p:txBody>
      </p:sp>
      <p:sp>
        <p:nvSpPr>
          <p:cNvPr id="25" name="Shape 16"/>
          <p:cNvSpPr/>
          <p:nvPr/>
        </p:nvSpPr>
        <p:spPr>
          <a:xfrm>
            <a:off x="640080" y="55961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5715000"/>
            <a:ext cx="219456" cy="21945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298448" y="55961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pushed my capstone to GitHub</a:t>
            </a:r>
            <a:endParaRPr lang="en-US" sz="1550" dirty="0"/>
          </a:p>
        </p:txBody>
      </p:sp>
      <p:sp>
        <p:nvSpPr>
          <p:cNvPr id="28" name="Text 18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GitHub repository is the evidence of the whole week. Make sure today's work is in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0E4C5C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AND THE WEEK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beats owning — until it does not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give you the largest models instantly. Self-hosting gives you privacy, offline use and fixed cost. Real systems use both.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 what you wrap around the model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call an API. Your documents, your rules, your safety checks — that is the product.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all of this on free tools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Colab, Hugging Face, a free API key, and one shared Azure subscription. Cost was never the barrier.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E4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course.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repository, keep the habits, and build something your institution actually needs.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2026-07-24T07:17:36Z</dcterms:created>
  <dcterms:modified xsi:type="dcterms:W3CDTF">2026-07-24T07:17:36Z</dcterms:modified>
</cp:coreProperties>
</file>