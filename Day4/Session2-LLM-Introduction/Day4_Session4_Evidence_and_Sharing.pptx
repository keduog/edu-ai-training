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303F9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FINE-TUNING · SESSION 4 · 15:30 – 16:30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It Work? Evidence, Sharing &amp; Judgement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before and after honestly, publish your adapter to Hugging Face, and learn when fine-tuning is the wrong answer.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4 of 5 · 1 hour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compare model outputs fairly, without fooling yourself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genuinely improves after 10 minutes of fine-tuning — and what does not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publish an adapter to the Hugging Face Hub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fine-tuning is the wrong tool, and what to use instead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connects to the rest of the week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A237E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before/after on identical questions and judge the difference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honestly what improved and what did not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LoRA adapter to your own Hugging Face account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between prompting, RAG and fine-tuning for a given problem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Amharic dataset is a national asset, not just a file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Day in One Picture</a:t>
            </a:r>
            <a:endParaRPr lang="en-US" sz="3100" dirty="0"/>
          </a:p>
        </p:txBody>
      </p:sp>
      <p:pic>
        <p:nvPicPr>
          <p:cNvPr id="4" name="Image 0" descr="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1060704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at step 6.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this was preparation. This is where you find out whether it was worth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4A: Before vs After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2651760"/>
          </a:xfrm>
          <a:prstGeom prst="roundRect">
            <a:avLst>
              <a:gd name="adj" fmla="val 2069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62179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q in QUESTIONS: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after = ask(model, q)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print("QUESTION:", q)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  BEFORE:", before[q][:150])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  AFTER :", after[:150])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print("-"*60)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325112" cy="2651760"/>
          </a:xfrm>
          <a:prstGeom prst="roundRect">
            <a:avLst>
              <a:gd name="adj" fmla="val 3448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 on three things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0" y="21945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answering in Amharic?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stop, or ramble forever?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sound like customer service?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FF6F00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492130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443484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honest. Ten minutes of training on 1,000 examples produces a real but MODEST change — usually better format and language consistency, not new knowledge. If you claim more than you can show, you are doing marketing, not engineering.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JUDGEMENT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Fine-Tuning Can and Cannot 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good at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tone and output format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a language more consistently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your specific instructions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like your organisation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810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NOT good 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3774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facts it can look up instead — use RAG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things a better prompt would fix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small model as clever as a large one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for bad or tiny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989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989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this order: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(free, minutes) -&gt; RAG (cheap, hours) -&gt; fine-tuning (costly, days). Most problems stop at step one.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4B: Publish Your Adapter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72768"/>
            <a:ext cx="10497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huggingface.co -&gt; Settings -&gt; Access Tokens -&gt; New token -&gt; role: WRITE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249424"/>
            <a:ext cx="10497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token (it is shown only once)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926080"/>
            <a:ext cx="10497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Colab run: from huggingface_hub import notebook_login ; notebook_login()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602736"/>
            <a:ext cx="10497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token when the box appears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279392"/>
            <a:ext cx="10497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model.push_to_hub("your-username/qwen-amharic-lora")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4956048"/>
            <a:ext cx="10497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Hugging Face profile — the adapter is public and anyone can use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now contributed to Amharic AI.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in Bahir Dar can load your adapter in three lines of code. That is how a language ecosystem gets built.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THE BIGGER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Beyond the Classroom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84452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labs will not fix Amharic for you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commercial reason for them to prioritise 60 million speakers. If it happens, people here do it.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658368" cy="658368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3033248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88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the hard part, not the code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ran ten lines to fine-tune. Someone spent months building the 83,000 examples that made it possible.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221968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776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are the realistic path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61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0.5B model that runs on hardware you actually own beats a 70B model you can only rent.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39512"/>
            <a:ext cx="658368" cy="658368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410688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on the edge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5504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0.5B model fits on a laptop or a field device — no internet, no cloud bill, data stays local.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FINAL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Leave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how to check what GPU I have and how much memory is free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134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194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predict whether a model will fit before downloading it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803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761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triggered an OOM crash on purpose and understand it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44728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3284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measured the Amharic tokenizer penalty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01421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3895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recorded baseline answers before changing anything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446227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58114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4462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attached LoRA adapters and trained the model</a:t>
            </a:r>
            <a:endParaRPr lang="en-US" sz="1550" dirty="0"/>
          </a:p>
        </p:txBody>
      </p:sp>
      <p:sp>
        <p:nvSpPr>
          <p:cNvPr id="22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148072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98448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compared before and after honestly</a:t>
            </a:r>
            <a:endParaRPr lang="en-US" sz="1550" dirty="0"/>
          </a:p>
        </p:txBody>
      </p:sp>
      <p:sp>
        <p:nvSpPr>
          <p:cNvPr id="25" name="Shape 16"/>
          <p:cNvSpPr/>
          <p:nvPr/>
        </p:nvSpPr>
        <p:spPr>
          <a:xfrm>
            <a:off x="640080" y="55961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5715000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98448" y="5596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downloaded my adapter (Colab deletes everything!)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adapter is your evidence. If it is still only in Colab, download it now.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THREE IDEAS TO REMEMBER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the skill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train a model with unlimited GPUs. Making it work in 15 GB is the job you will actually be paid for.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it, do not claim it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first, compare honestly, describe what did NOT improve. That habit is worth more than any framework.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local and yours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0.5B model fine-tuned on Ethiopian data, running on Ethiopian hardware, answering in Amharic. That is the whole point.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303F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the capstone. Take what you built and put it somewhere people can actually use 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2026-07-23T01:48:01Z</dcterms:created>
  <dcterms:modified xsi:type="dcterms:W3CDTF">2026-07-23T01:48:01Z</dcterms:modified>
</cp:coreProperties>
</file>