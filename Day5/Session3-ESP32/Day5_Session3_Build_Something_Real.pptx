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0E4C5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0E4C5C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WORKING WITH APIs · SESSION 3 · 13:45 – 15:15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Something Real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that answers from your own documents, checks live facts on the web, and replies in Amharic. All in one notebook.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5 of 5 · 1.5 hours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RAG is, and why it beats fine-tuning for facts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your own documents into a prompt safely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answers in live Google Search results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letting the model use YOUR code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 into one working assistant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083344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assistant that answers only from a document you supply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say “I do not know” instead of inventing an answer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 reply in real, cited web sources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call a Python function you wrote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when to use RAG, when to fine-tune, and when to just prompt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THE PATTERN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The Answer to “It Made That Up”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Retrieval Augmented Generation. Look the facts up first, then ask the model to answer USING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2468880"/>
          </a:xfrm>
          <a:prstGeom prst="roundRect">
            <a:avLst>
              <a:gd name="adj" fmla="val 2222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20824"/>
            <a:ext cx="1076248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WITHOUT RAG                          WITH RAG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"What is our leave policy?"          1. find the relevant policy text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                            2. put it in the prompt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v                            3. “Answer using ONLY this text”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 guesses from training                  |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confident, plausible, WRONG               v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grounded, checkable answer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4626864"/>
            <a:ext cx="621792" cy="62179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746" y="4788530"/>
            <a:ext cx="298460" cy="298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17904" y="45720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change; models do not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517904" y="493776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document and the answer updates instantly. Fine-tuning would need a whole new training run.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5724144"/>
            <a:ext cx="621792" cy="621792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6" y="5885810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5669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Vastly cheaper than fine-tuning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517904" y="603504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training time. This is why RAG is the default choice in industry for factual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HANDS-ON (30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3A: Answer From YOUR Document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3977640"/>
          </a:xfrm>
          <a:prstGeom prst="roundRect">
            <a:avLst>
              <a:gd name="adj" fmla="val 1379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55064"/>
            <a:ext cx="10762488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 = """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 AI Lab - Training Policy 2026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All trainees must complete five days of instruction.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Compute instances must be stopped before leaving.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API keys are personal and must never be shared.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types.GenerateContentConfig(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system_instruction=(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"Answer ONLY using the document provided below. "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"If the answer is not in the document, reply exactly: "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"‘That is not covered in the document.’ Never guess."))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ask_doc(question):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client.models.generate_content(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model="gemini-3.5-flash",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contents=f"DOCUMENT:\n{DOCUMENT}\n\nQUESTION: {question}",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config=config).text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57150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5715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test it with a question the document does NOT answer.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trustworthy assistant must be willing to say “I do not know”.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3B: Ground It in Live Web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knowledge has a cutoff date. Google Search grounding gives it today's information — with sources.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66544"/>
            <a:ext cx="10762488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types.GenerateContentConfig(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tools=[types.Tool(google_search=types.GoogleSearch())])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client.models.generate_content(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model="gemini-3.5-flash",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contents="What is the current population of Ethiopia?",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print(r.text)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 = r.candidates[0].grounding_metadata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chunk in meta.grounding_chunks: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print(chunk.web.title, chunk.web.uri)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8334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print the sources.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you cannot trace is an answer you cannot defend — especially in a defence context.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3C: Let the Model Call Your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you describe a function, the model decides when to use it, YOUR code runs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66544"/>
            <a:ext cx="10762488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get_trainee_count(day: str) -&gt; dict: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how many trainees attended a given day."""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{"day1": 8, "day2": 8, "day3": 8, "day4": 7, "day5": 8}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{"day": day, "count": data.get(day, 0)}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SDK can read the function signature directly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types.GenerateContentConfig(tools=[get_trainee_count])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client.models.generate_content(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model="gemini-3.5-flash",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contents="How many trainees came on day 4?",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print(r.text)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AI reaches your real systems.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sensors, ticketing systems — the model decides WHEN, your code decides WHAT is allowed.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THE DECISION YOU WILL BE ASKED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Prompt, RAG or Fine-Tune?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2880360"/>
          </a:xfrm>
          <a:prstGeom prst="roundRect">
            <a:avLst>
              <a:gd name="adj" fmla="val 1905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55064"/>
            <a:ext cx="10762488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PROBLEM                                  -&gt;  BEST TOOL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“Answers are too long”                    -&gt;  system instruction   (minutes, free)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“It does not know our policy”             -&gt;  RAG                 (hours, cheap)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“It does not know today's news”           -&gt;  search grounding    (minutes)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“It must query our database”              -&gt;  function calling    (hours)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“It writes in the wrong style/language”   -&gt;  fine-tuning         (days, Day 4)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“It must run with no internet”            -&gt;  self-hosted model   (Day 4)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0833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617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them in that order.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problems are solved in the first two rows. Fine-tuning is the expensive last resort, not the first idea.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you learned to fine-tune. Today you learn when NOT to — that judgement is worth more than either technique.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Break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assistant answers questions from a document I supplied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34086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597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340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to answer things the document does not cover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729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054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grounded an answer in Google Search and printed the sources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862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767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let the model call a Python function I wrote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RAG to somebody in one sentence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31266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5193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choose between prompting, RAG and fine-tuning for a given problem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techniques cover the large majority of real AI projects.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0E4C5C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beats fine-tuning for facts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document in the prompt. Cheaper, instantly updatable, and you can point at the source.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 not know” is a feature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that invents answers is worse than no assistant. Instruct it to refuse, then test that it does.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connects AI to reality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when to call. Your code decides what is permitted. That boundary is your safety layer.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0E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4 (15:30):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providers, real cost estimates, a security review of your own work, and the capstone.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2026-07-24T07:17:36Z</dcterms:created>
  <dcterms:modified xsi:type="dcterms:W3CDTF">2026-07-24T07:17:36Z</dcterms:modified>
</cp:coreProperties>
</file>