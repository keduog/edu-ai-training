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HANDS-ON TRAINING  •  DAY 2  •  SESSION 3  •  13:15 – 15:15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Deployment &amp; MLOps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artifact to live service — and back to zero cost.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13:15 – 15:15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this morning's trained model as a live prediction endpoint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requests and read back predictions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MLOps basics: monitoring, drift, and cost hygiene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single most important cloud habit: deleting what you started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175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by 15:15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deployed and status showed InService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predictor.predict(...) returned real predictions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invocation graph viewed at least once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list confirmed EMPTY before the break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3: SageMaker Part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13:15 – 15:15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 — Key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6304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304" y="14630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model file into a service applications can use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7627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2176272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1762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prediction server behind a URL — billed hourly until deleted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8950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889504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88950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instant answer (drone camera, chatbot)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60273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transform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3602736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360273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whole file at once — no permanent server, cheaper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315968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47288" y="4315968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431596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pipelines, monitoring, retraining — models as an operation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50292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47288" y="502920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50292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changed, the model went stale → monitoring catches it → retrain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3: SageMaker Part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Artifact to Live Service</a:t>
            </a:r>
            <a:endParaRPr lang="en-US" sz="3000" dirty="0"/>
          </a:p>
        </p:txBody>
      </p:sp>
      <p:pic>
        <p:nvPicPr>
          <p:cNvPr id="4" name="Image 0" descr="day2_assets/fig3_end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08760"/>
            <a:ext cx="9875520" cy="4224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3: SageMaker Part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HANDS-ON LAB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It. Invoke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766560" cy="3291840"/>
          </a:xfrm>
          <a:prstGeom prst="roundRect">
            <a:avLst>
              <a:gd name="adj" fmla="val 194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Cells 4–5 — same notebook, same estimator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 = est.deploy(initial_instance_count=1,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instance_type="ml.m5.large")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~5 minutes of dashes … then ----!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recruits = pd.DataFrame([[24,48,23],[40,15,36]],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columns=["age","pushups_per_min","run_5km_minutes"])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print(predictor.predict(recruits))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['high', 'low']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892040"/>
            <a:ext cx="6766560" cy="1234440"/>
          </a:xfrm>
          <a:prstGeom prst="roundRect">
            <a:avLst>
              <a:gd name="adj" fmla="val 5185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4892040"/>
            <a:ext cx="676656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→ Endpoints: status InService  +  CloudWatch invocation 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206240" cy="4663440"/>
          </a:xfrm>
          <a:prstGeom prst="roundRect">
            <a:avLst>
              <a:gd name="adj" fmla="val 1522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2057400"/>
            <a:ext cx="3794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just answered over the internet — any app could call this URL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Monitoring tab: invocations &amp; latency = MLOps in miniature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the loop: data → train → deploy → monitor → drift → retrain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dives into the train / fine-tune stages of this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3: SageMaker Part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4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break: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YOUR ENDPOINT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D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predictor.delete_endpoint()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jobs shut themselves down. Endpoints NEVER do.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forgotten ml.m5.large endpoint ≈ $80–100 every month.</a:t>
            </a:r>
            <a:endParaRPr lang="en-US" sz="18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SageMaker → Endpoints must be EMPTY. Trainer checks every screen.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5448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stuck “Creating”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78808" y="1554480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824" y="155448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 3–5 minutes — the hosting instance is provisioning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59152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throws a shape error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78808" y="2359152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235915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order/count must match training exactly — check the DataFrame columns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63824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shows Failed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78808" y="3163824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316382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CloudWatch Logs under the endpoint — usually a missing dependency in inference code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68496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delete_endpoint()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78808" y="3968496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3968496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predictor.delete_endpoint() or delete manually: SageMaker → Endpoints → Delete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77316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if it's really deleted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78808" y="4773168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477316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Endpoints console list — it must show zero rows, not just “Deleting”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3: SageMaker Part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Then Zero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deployed a model behind a URL and got real answers back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practiced the discipline every cloud engineer needs: delete what you started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4 proves this whole pattern isn't AWS-specific — it's cloud ML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2026-07-20T18:26:15Z</dcterms:created>
  <dcterms:modified xsi:type="dcterms:W3CDTF">2026-07-20T18:26:15Z</dcterms:modified>
</cp:coreProperties>
</file>