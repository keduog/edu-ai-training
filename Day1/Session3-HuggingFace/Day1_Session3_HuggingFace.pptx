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2A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TRAINING  •  DAY 1  •  SESSION 3  •  13:45 – 15:15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— Models, Datasets, Spaces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of AI models: over a million pretrained models and hundreds of thousands of datasets, most of them free. Why smart teams reuse instead of retrain.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— Day 1, Session 3 of 4  •  1.5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Hugging Face is and how the Model Hub, Dataset Hub and Spaces work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model card — what a model does, what data it saw, its limits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reusing a pretrained model beats training from scratch for almost every team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function: state-of-the-art AI in three lines of Python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fine-tuning means, as preparation for Day 4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42316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model for a given task on the Hugging Face Model Hub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run a pretrained sentiment model inside Colab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model on your own sentences, including Amharic, and interpret the scores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in cost between training and inference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working notebook back into your GitHub repository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Hub of Ready-Made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 — hosts 1M+ pretrained models and hundreds of thousands of datasets.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someone else already trained. Download and use it in minutes.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Dataset Hubs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catalogs, filterable by task — translation, vision, speech, and more (including Amharic resources).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hosted demo apps — try a model in the browser before writing any code.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Python that wraps a whole model. State-of-the-art AI in three lines total.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Lightly retrain a pretrained model on your own data so it specializes. (Deep dive on Day 4.)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THE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Start From Pretrained Models?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scratch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33,000 human-years of reading (Session 1)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on massive TPU/GPU clusters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dollars in compute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frontier labs can afford it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EAF5EC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 pretrained 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9672" y="25146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 seconds, free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free Colab machine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code to use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later for your own task (Day 4)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expensive. Inference is cheap. That asymmetry shapes the whole AI industry — and our strategy.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EXPLORE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Tour of huggingface.co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9164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account — the sign-up pattern is the same as GitHub this morning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51460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→ filter by task “Text Classification” → open distilbert-base-uncased-finetuned-sst-2-english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33756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its model card together: what it does, what data it saw, and where it fails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16052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→ search “amharic” — resources exist for local-language AI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983480"/>
            <a:ext cx="10497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→ open any demo and run a model live in the browser, with zero setup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74243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897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604052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578815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the model card before using a model. It tells you the licence, the training data, and the known biases — which matters enormously in a defense context.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HANDS-ON (40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F: State-of-the-Art AI in 3 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3657600"/>
          </a:xfrm>
          <a:prstGeom prst="roundRect">
            <a:avLst>
              <a:gd name="adj" fmla="val 1500"/>
            </a:avLst>
          </a:prstGeom>
          <a:solidFill>
            <a:srgbClr val="F2F3F7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55648"/>
            <a:ext cx="54864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-q install transformers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= pipeline("sentiment-analysis")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sentences =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"The training today was excellent!",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 am tired and the room is too hot.",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sentences: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classifier(s)[0]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print(s, "-&gt;", r["label"], round(r["score"], 2))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5852160" cy="1051560"/>
          </a:xfrm>
          <a:prstGeom prst="roundRect">
            <a:avLst>
              <a:gd name="adj" fmla="val 5217"/>
            </a:avLst>
          </a:prstGeom>
          <a:solidFill>
            <a:srgbClr val="F2F3F7"/>
          </a:solidFill>
          <a:ln w="12700">
            <a:solidFill>
              <a:srgbClr val="D8D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596128"/>
            <a:ext cx="5486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training today was excellent!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 POSITIVE  1.0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tired and the room is too hot.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32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 NEGATIVE  1.0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4965192" cy="4892040"/>
          </a:xfrm>
          <a:prstGeom prst="roundRect">
            <a:avLst>
              <a:gd name="adj" fmla="val 1869"/>
            </a:avLst>
          </a:prstGeom>
          <a:solidFill>
            <a:srgbClr val="EAF0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exercise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949440" y="2642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16368" y="2377440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sentences with three of your own — try Amharic and discuss what happens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16368" y="3456432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Save a copy in GitHub → choose my-first-ai-lab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4800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6368" y="4535424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message: “Add sentiment analysis notebook”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879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5879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6368" y="5614416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github.com — GitHub renders the notebook with your outputs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Just Happened — and What It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56" y="1844528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understood sentences it had never seen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ability came from pretraining on massive text — the compute story from Session 1, paid for by someone else.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56" y="3033248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788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took seconds on a free machine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1729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cheap. This asymmetry is why hosted models and APIs are viable products at all.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4221968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776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by language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61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was trained mainly on English. Amharic results will be weaker — a direct argument for local datasets and fine-tuning.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395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5410688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66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responsibly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5504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model carries its training data's blind spots with it. Check the model card, and always evaluate on your own data.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2A3A8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retrain what exists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hosts over a million pretrained models. Start there; build from scratch only when nothing fits.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Python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function puts state-of-the-art AI within reach of a beginner on a free cloud machine.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3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the bridge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general model, train it a little on your own data, and it specializes for your mission. That's Day 4.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2A3A8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4 (15:30):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capstone. GitHub Copilot writes a personal website from your plain-English description; you preview it locally and push it live.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2026-07-19T13:40:46Z</dcterms:created>
  <dcterms:modified xsi:type="dcterms:W3CDTF">2026-07-19T13:40:46Z</dcterms:modified>
</cp:coreProperties>
</file>