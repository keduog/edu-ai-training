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6583680" cy="6583680"/>
          </a:xfrm>
          <a:prstGeom prst="ellipse">
            <a:avLst/>
          </a:prstGeom>
          <a:solidFill>
            <a:srgbClr val="303F9F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480560"/>
            <a:ext cx="5486400" cy="5486400"/>
          </a:xfrm>
          <a:prstGeom prst="ellipse">
            <a:avLst/>
          </a:prstGeom>
          <a:solidFill>
            <a:srgbClr val="303F9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868680"/>
            <a:ext cx="960120" cy="960120"/>
          </a:xfrm>
          <a:prstGeom prst="ellipse">
            <a:avLst/>
          </a:prstGeom>
          <a:solidFill>
            <a:srgbClr val="FF6F0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6871" y="1118311"/>
            <a:ext cx="460858" cy="46085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10312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FINE-TUNING · SESSION 3 · 13:45 – 15:15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49808" y="2606040"/>
            <a:ext cx="107899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LoRA: Fine-Tuning That Actually Fits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777240" y="4434840"/>
            <a:ext cx="10241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99.8% of the model, train the other 0.2%, and get most of the benefit for a fraction of the memory. Then run it for real.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77240" y="58978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Ethiopian Defense University · Day 4 of 5 · 1.5 hours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· OBJECTIVES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3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Session Covers — and What You Walk Away With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40680" cy="4846320"/>
          </a:xfrm>
          <a:prstGeom prst="roundRect">
            <a:avLst>
              <a:gd name="adj" fmla="val 1887"/>
            </a:avLst>
          </a:prstGeom>
          <a:solidFill>
            <a:srgbClr val="F4F5FC"/>
          </a:solidFill>
          <a:ln w="12700">
            <a:solidFill>
              <a:srgbClr val="C5CA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37360"/>
            <a:ext cx="502920" cy="502920"/>
          </a:xfrm>
          <a:prstGeom prst="ellipse">
            <a:avLst/>
          </a:prstGeom>
          <a:solidFill>
            <a:srgbClr val="5C6BC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999" y="186811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73736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will cover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2377440"/>
            <a:ext cx="48920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actually changes inside a model when you fine-tune it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full fine-tuning needs 16 bytes per parameter and LoRA needs ~2.5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rank, alpha and target modules mean in plain language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a training loss curve and know if it is working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train on 1,000 examples and not 83,000 today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199632" y="1508760"/>
            <a:ext cx="5440680" cy="4846320"/>
          </a:xfrm>
          <a:prstGeom prst="roundRect">
            <a:avLst>
              <a:gd name="adj" fmla="val 1887"/>
            </a:avLst>
          </a:prstGeom>
          <a:solidFill>
            <a:srgbClr val="1A237E"/>
          </a:solidFill>
          <a:ln/>
        </p:spPr>
      </p:sp>
      <p:sp>
        <p:nvSpPr>
          <p:cNvPr id="10" name="Shape 7"/>
          <p:cNvSpPr/>
          <p:nvPr/>
        </p:nvSpPr>
        <p:spPr>
          <a:xfrm>
            <a:off x="6428232" y="1737360"/>
            <a:ext cx="502920" cy="502920"/>
          </a:xfrm>
          <a:prstGeom prst="ellipse">
            <a:avLst/>
          </a:prstGeom>
          <a:solidFill>
            <a:srgbClr val="FF6F0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8991" y="1868119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68312" y="173736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be able to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519672" y="2377440"/>
            <a:ext cx="48920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LoRA to someone who has never heard of it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LoRA adapters and see the trainable-parameter count drop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a real fine-tuning run on a free Colab GPU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loss fall and know what a healthy curve looks like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an adapter that is 5 MB instead of 1 GB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· THE IDEA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3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Fine-Tuning Actually Does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673352"/>
            <a:ext cx="658368" cy="658368"/>
          </a:xfrm>
          <a:prstGeom prst="ellipse">
            <a:avLst/>
          </a:prstGeom>
          <a:solidFill>
            <a:srgbClr val="5C6BC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256" y="1844528"/>
            <a:ext cx="316017" cy="31601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60020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is just a huge pile of numbers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554480" y="1984248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Qwen2-0.5B is 494 million numbers, learned from reading enormous amounts of text.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40080" y="2862072"/>
            <a:ext cx="658368" cy="658368"/>
          </a:xfrm>
          <a:prstGeom prst="ellipse">
            <a:avLst/>
          </a:prstGeom>
          <a:solidFill>
            <a:srgbClr val="5C6BC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256" y="3033248"/>
            <a:ext cx="316017" cy="31601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54480" y="278892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nudges those numbers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1554480" y="3172968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show it examples of the behaviour you want, and it adjusts to match them.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640080" y="4050792"/>
            <a:ext cx="658368" cy="658368"/>
          </a:xfrm>
          <a:prstGeom prst="ellipse">
            <a:avLst/>
          </a:prstGeom>
          <a:solidFill>
            <a:srgbClr val="C62828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256" y="4221968"/>
            <a:ext cx="316017" cy="31601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54480" y="397764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ALL of them is brutally expensive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1554480" y="4361688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needs a gradient and two optimizer values. That is the 16 bytes per parameter.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40080" y="5239512"/>
            <a:ext cx="658368" cy="658368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256" y="5410688"/>
            <a:ext cx="316017" cy="316017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554480" y="516636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changes almost none of them</a:t>
            </a:r>
            <a:endParaRPr lang="en-US" sz="1700" dirty="0"/>
          </a:p>
        </p:txBody>
      </p:sp>
      <p:sp>
        <p:nvSpPr>
          <p:cNvPr id="19" name="Text 13"/>
          <p:cNvSpPr/>
          <p:nvPr/>
        </p:nvSpPr>
        <p:spPr>
          <a:xfrm>
            <a:off x="1554480" y="5550408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the original. Add small side-matrices. Train only those. 0.2% of the work, most of the benefit.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· THE TRICK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3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LoRA in One Picture</a:t>
            </a:r>
            <a:endParaRPr lang="en-US" sz="3100" dirty="0"/>
          </a:p>
        </p:txBody>
      </p:sp>
      <p:pic>
        <p:nvPicPr>
          <p:cNvPr id="4" name="Image 0" descr="lo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600200"/>
            <a:ext cx="10058400" cy="4023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80644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2E7D32"/>
          </a:solidFill>
          <a:ln/>
        </p:spPr>
      </p:sp>
      <p:sp>
        <p:nvSpPr>
          <p:cNvPr id="6" name="Text 3"/>
          <p:cNvSpPr/>
          <p:nvPr/>
        </p:nvSpPr>
        <p:spPr>
          <a:xfrm>
            <a:off x="868680" y="58064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 that matters: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fine-tuned result is a 5 MB file, not a 1 GB file. You can email it, or keep fifty of them.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· CONFIGURATION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3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Three Settings You Will Touch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26536" cy="1828800"/>
          </a:xfrm>
          <a:prstGeom prst="roundRect">
            <a:avLst>
              <a:gd name="adj" fmla="val 4000"/>
            </a:avLst>
          </a:prstGeom>
          <a:solidFill>
            <a:srgbClr val="F4F5FC"/>
          </a:solidFill>
          <a:ln w="12700">
            <a:solidFill>
              <a:srgbClr val="C5CA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673352"/>
            <a:ext cx="457200" cy="457200"/>
          </a:xfrm>
          <a:prstGeom prst="ellipse">
            <a:avLst/>
          </a:prstGeom>
          <a:solidFill>
            <a:srgbClr val="5C6BC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1792224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655064"/>
            <a:ext cx="2657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(rank) = 16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49808" y="2221992"/>
            <a:ext cx="3124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capacity the adapter has. Higher learns more but uses more memory. 8-32 is the normal range.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31208" y="1508760"/>
            <a:ext cx="3526536" cy="1828800"/>
          </a:xfrm>
          <a:prstGeom prst="roundRect">
            <a:avLst>
              <a:gd name="adj" fmla="val 4000"/>
            </a:avLst>
          </a:prstGeom>
          <a:solidFill>
            <a:srgbClr val="F4F5FC"/>
          </a:solidFill>
          <a:ln w="12700">
            <a:solidFill>
              <a:srgbClr val="C5CAE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495800" y="1673352"/>
            <a:ext cx="457200" cy="457200"/>
          </a:xfrm>
          <a:prstGeom prst="ellipse">
            <a:avLst/>
          </a:prstGeom>
          <a:solidFill>
            <a:srgbClr val="5C6BC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4672" y="1792224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062728" y="1655064"/>
            <a:ext cx="2657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lora_alpha = 32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532376" y="2221992"/>
            <a:ext cx="3124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strongly the adapter affects the model. A common rule is alpha = 2 x r.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13776" y="1508760"/>
            <a:ext cx="3526536" cy="1828800"/>
          </a:xfrm>
          <a:prstGeom prst="roundRect">
            <a:avLst>
              <a:gd name="adj" fmla="val 4000"/>
            </a:avLst>
          </a:prstGeom>
          <a:solidFill>
            <a:srgbClr val="F4F5FC"/>
          </a:solidFill>
          <a:ln w="12700">
            <a:solidFill>
              <a:srgbClr val="C5CAE9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278368" y="1673352"/>
            <a:ext cx="457200" cy="457200"/>
          </a:xfrm>
          <a:prstGeom prst="ellipse">
            <a:avLst/>
          </a:prstGeom>
          <a:solidFill>
            <a:srgbClr val="5C6BC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7240" y="1792224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845296" y="1655064"/>
            <a:ext cx="2657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target_modules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314944" y="2221992"/>
            <a:ext cx="3124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parts of the model get adapters. q_proj and v_proj are the attention layers — the usual choice.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3703320"/>
            <a:ext cx="11091672" cy="1874520"/>
          </a:xfrm>
          <a:prstGeom prst="roundRect">
            <a:avLst>
              <a:gd name="adj" fmla="val 2927"/>
            </a:avLst>
          </a:prstGeom>
          <a:solidFill>
            <a:srgbClr val="F1F3F8"/>
          </a:solidFill>
          <a:ln w="12700">
            <a:solidFill>
              <a:srgbClr val="D5DAE8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731520" y="3813048"/>
            <a:ext cx="10725912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peft import LoraConfig, get_peft_model, TaskType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 = LoraConfig(task_type=TaskType.CAUSAL_LM,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r=16, lora_alpha=32, lora_dropout=0.05,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target_modules=["q_proj","v_proj"])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get_peft_model(model, config)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model.print_trainable_parameters()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548640" y="571500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1A237E"/>
          </a:solidFill>
          <a:ln/>
        </p:spPr>
      </p:sp>
      <p:sp>
        <p:nvSpPr>
          <p:cNvPr id="22" name="Text 17"/>
          <p:cNvSpPr/>
          <p:nvPr/>
        </p:nvSpPr>
        <p:spPr>
          <a:xfrm>
            <a:off x="868680" y="57150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output: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trainable params: ~1,081,344  |  all params: ~495,114,240  |  trainable%: 0.22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· HANDS-ON (20 MIN)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3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3A: Attach the Adapters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84048" cy="384048"/>
          </a:xfrm>
          <a:prstGeom prst="ellipse">
            <a:avLst/>
          </a:prstGeom>
          <a:solidFill>
            <a:srgbClr val="FF6F0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15568" y="1645920"/>
            <a:ext cx="104973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LoRA config cell from the previous slide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587752"/>
            <a:ext cx="384048" cy="384048"/>
          </a:xfrm>
          <a:prstGeom prst="ellipse">
            <a:avLst/>
          </a:prstGeom>
          <a:solidFill>
            <a:srgbClr val="FF6F0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587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15568" y="2450592"/>
            <a:ext cx="104973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printed trainable-parameter count out loud — about 1 million out of 495 million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392424"/>
            <a:ext cx="384048" cy="384048"/>
          </a:xfrm>
          <a:prstGeom prst="ellipse">
            <a:avLst/>
          </a:prstGeom>
          <a:solidFill>
            <a:srgbClr val="FF6F00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392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15568" y="3255264"/>
            <a:ext cx="104973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GPU memory again: still around 1-2 GB, not 8 GB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197096"/>
            <a:ext cx="384048" cy="384048"/>
          </a:xfrm>
          <a:prstGeom prst="ellipse">
            <a:avLst/>
          </a:prstGeom>
          <a:solidFill>
            <a:srgbClr val="FF6F00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197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15568" y="4059936"/>
            <a:ext cx="104973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what just happened: the big model is frozen, only the adapters will learn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892040"/>
            <a:ext cx="11091672" cy="1417320"/>
          </a:xfrm>
          <a:prstGeom prst="roundRect">
            <a:avLst>
              <a:gd name="adj" fmla="val 6452"/>
            </a:avLst>
          </a:prstGeom>
          <a:solidFill>
            <a:srgbClr val="E8F5E9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5212080"/>
            <a:ext cx="640080" cy="64008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381" y="5378501"/>
            <a:ext cx="307238" cy="307238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691640" y="4983480"/>
            <a:ext cx="9692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44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moment the impossible became possible. Full fine-tuning would need 8 GB of optimizer state alone. You are about to train a model on a free GPU with room to spare.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· HANDS-ON (40 MIN)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3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3B: Train It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675120" cy="4343400"/>
          </a:xfrm>
          <a:prstGeom prst="roundRect">
            <a:avLst>
              <a:gd name="adj" fmla="val 1263"/>
            </a:avLst>
          </a:prstGeom>
          <a:solidFill>
            <a:srgbClr val="F1F3F8"/>
          </a:solidFill>
          <a:ln w="12700">
            <a:solidFill>
              <a:srgbClr val="D5DA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64208"/>
            <a:ext cx="6309360" cy="412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transformers import TrainingArguments, Trainer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args = TrainingArguments(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output_dir="./qwen-amharic-lora",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num_train_epochs=1,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per_device_train_batch_size=4,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gradient_accumulation_steps=2,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learning_rate=2e-4,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fp16=True,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logging_steps=10,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save_strategy="no",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report_to="none")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trainer = Trainer(model=model, args=args,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train_dataset=train_ds,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data_collator=collator)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trainer.train()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406640" y="1554480"/>
            <a:ext cx="4233672" cy="4343400"/>
          </a:xfrm>
          <a:prstGeom prst="roundRect">
            <a:avLst>
              <a:gd name="adj" fmla="val 2160"/>
            </a:avLst>
          </a:prstGeom>
          <a:solidFill>
            <a:srgbClr val="F4F5FC"/>
          </a:solidFill>
          <a:ln w="12700">
            <a:solidFill>
              <a:srgbClr val="C5CA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0" y="17373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it runs (~10 min)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680960" y="2194560"/>
            <a:ext cx="374904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loss column. It should FALL.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Typical: starts ~2.5, ends ~1.5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Falling = learning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= learning rate too low, or data is broken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Jumping wildly = learning rate too high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close the tab or Colab disconnects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603504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F6F00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60350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only 1,000 examples and 1 epoch?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it finishes inside the lesson. Real projects use all 83,000 and run for hours — same code, more patience.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· HANDS-ON (10 MIN)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3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3C: Save the Adapter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91672" cy="2011680"/>
          </a:xfrm>
          <a:prstGeom prst="roundRect">
            <a:avLst>
              <a:gd name="adj" fmla="val 2727"/>
            </a:avLst>
          </a:prstGeom>
          <a:solidFill>
            <a:srgbClr val="F1F3F8"/>
          </a:solidFill>
          <a:ln w="12700">
            <a:solidFill>
              <a:srgbClr val="D5DA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55648"/>
            <a:ext cx="10725912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model.save_pretrained("./qwen-amharic-lora")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tok.save_pretrained("./qwen-amharic-lora")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How big is what you just made?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!du -sh ./qwen-amharic-lora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!ls -la ./qwen-amharic-lora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3931920"/>
            <a:ext cx="11091672" cy="1463040"/>
          </a:xfrm>
          <a:prstGeom prst="roundRect">
            <a:avLst>
              <a:gd name="adj" fmla="val 6250"/>
            </a:avLst>
          </a:prstGeom>
          <a:solidFill>
            <a:srgbClr val="E8F5E9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4206240"/>
            <a:ext cx="640080" cy="64008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381" y="43726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91640" y="3977640"/>
            <a:ext cx="9692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44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megabytes. The full model is over 900 MB — but your adapter holds everything you taught it. Keep the base model once, and one small adapter per task.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548640" y="562356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C62828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562356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it before you leave.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 deletes everything when the session ends. Right-click the folder in the file panel -&gt; Download.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· CHECKPOINT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3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the Break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746504"/>
            <a:ext cx="219456" cy="219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98448" y="1627632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LoRA in my own words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640080" y="2340864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2459736"/>
            <a:ext cx="219456" cy="219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98448" y="2340864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attached adapters and saw ~0.2% trainable parameters</a:t>
            </a:r>
            <a:endParaRPr lang="en-US" sz="1550" dirty="0"/>
          </a:p>
        </p:txBody>
      </p:sp>
      <p:sp>
        <p:nvSpPr>
          <p:cNvPr id="10" name="Shape 6"/>
          <p:cNvSpPr/>
          <p:nvPr/>
        </p:nvSpPr>
        <p:spPr>
          <a:xfrm>
            <a:off x="640080" y="3054096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3172968"/>
            <a:ext cx="219456" cy="21945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98448" y="305409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memory stayed low — no OOM</a:t>
            </a:r>
            <a:endParaRPr lang="en-US" sz="1550" dirty="0"/>
          </a:p>
        </p:txBody>
      </p:sp>
      <p:sp>
        <p:nvSpPr>
          <p:cNvPr id="13" name="Shape 8"/>
          <p:cNvSpPr/>
          <p:nvPr/>
        </p:nvSpPr>
        <p:spPr>
          <a:xfrm>
            <a:off x="640080" y="3767328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3886200"/>
            <a:ext cx="219456" cy="21945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98448" y="376732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training run started and the loss went DOWN</a:t>
            </a:r>
            <a:endParaRPr lang="en-US" sz="1550" dirty="0"/>
          </a:p>
        </p:txBody>
      </p:sp>
      <p:sp>
        <p:nvSpPr>
          <p:cNvPr id="16" name="Shape 10"/>
          <p:cNvSpPr/>
          <p:nvPr/>
        </p:nvSpPr>
        <p:spPr>
          <a:xfrm>
            <a:off x="640080" y="4480560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" y="4599432"/>
            <a:ext cx="219456" cy="219456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298448" y="44805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finished without crashing</a:t>
            </a:r>
            <a:endParaRPr lang="en-US" sz="1550" dirty="0"/>
          </a:p>
        </p:txBody>
      </p:sp>
      <p:sp>
        <p:nvSpPr>
          <p:cNvPr id="19" name="Shape 12"/>
          <p:cNvSpPr/>
          <p:nvPr/>
        </p:nvSpPr>
        <p:spPr>
          <a:xfrm>
            <a:off x="640080" y="5193792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952" y="5312664"/>
            <a:ext cx="219456" cy="219456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1298448" y="5193792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saved the adapter and checked how small it is</a:t>
            </a:r>
            <a:endParaRPr lang="en-US" sz="1550" dirty="0"/>
          </a:p>
        </p:txBody>
      </p:sp>
      <p:sp>
        <p:nvSpPr>
          <p:cNvPr id="22" name="Text 14"/>
          <p:cNvSpPr/>
          <p:nvPr/>
        </p:nvSpPr>
        <p:spPr>
          <a:xfrm>
            <a:off x="548640" y="6291072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your loss did not fall, tell the trainer now — Session 4 compares against it.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2194560"/>
            <a:ext cx="6217920" cy="6217920"/>
          </a:xfrm>
          <a:prstGeom prst="ellipse">
            <a:avLst/>
          </a:prstGeom>
          <a:solidFill>
            <a:srgbClr val="303F9F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64008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— THREE IDEAS TO CARRY FORWARD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77240" y="1280160"/>
            <a:ext cx="914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303F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1783080" y="135331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most, train little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783080" y="1792224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trains 0.2% of the parameters and gets most of the benefit. This is why fine-tuning is affordable.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77240" y="2542032"/>
            <a:ext cx="914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303F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1783080" y="2615184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falling means learning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783080" y="3054096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the single number to watch. Flat or exploding loss tells you something is wrong before you waste an hour.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77240" y="3803904"/>
            <a:ext cx="914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303F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1783080" y="3877056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adapter is 5 MB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783080" y="4315968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base model plus many tiny adapters — one per language, per task, per customer. That is how real teams ship.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77240" y="5257800"/>
            <a:ext cx="10607040" cy="1051560"/>
          </a:xfrm>
          <a:prstGeom prst="roundRect">
            <a:avLst>
              <a:gd name="adj" fmla="val 8696"/>
            </a:avLst>
          </a:prstGeom>
          <a:solidFill>
            <a:srgbClr val="303F9F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5257800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— Session 4 (15:30):  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moment of truth. Same questions, same model, before and after — and an honest look at when NOT to fine-tune.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2026-07-23T01:48:01Z</dcterms:created>
  <dcterms:modified xsi:type="dcterms:W3CDTF">2026-07-23T01:48:01Z</dcterms:modified>
</cp:coreProperties>
</file>