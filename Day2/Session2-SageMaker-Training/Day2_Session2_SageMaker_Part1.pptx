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HANDS-ON TRAINING  •  DAY 2  •  SESSION 2  •  10:15 – 12:15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SageMaker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Cloud ML Basics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doesn't train — it launches.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10:15 – 12:15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cloud training pattern: storage → training job → model artifact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S3 bucket and upload the training dataset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real SageMaker training job from a notebook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cloud console evidence: job status, billable time, output artifact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554480"/>
            <a:ext cx="5303520" cy="3657600"/>
          </a:xfrm>
          <a:prstGeom prst="roundRect">
            <a:avLst>
              <a:gd name="adj" fmla="val 1750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by 12:15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0" y="210312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ai-lab-&lt;username&gt; containing data/soldiers_fitness.csv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training job: status Completed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model.tar.gz artifact present in the S3 bucket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what “billable seconds” means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2: SageMaker Part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10:15 – 12:15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 Six Terms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63040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&amp; Console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47288" y="1463040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5304" y="146304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cloud provider; console.aws.amazon.com manages your account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176272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47288" y="2176272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2176272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data-center location — pick one, build everything inside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89504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889504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&amp; Bucket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47288" y="2889504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288950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file storage; a bucket is a top-level folder with a unique name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602736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602736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47288" y="3602736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75304" y="3602736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badge that lets one AWS service act on your behalf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315968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315968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47288" y="4315968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75304" y="4315968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managed ML platform: notebooks, training, hosting, MLOps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0"/>
            <a:ext cx="2834640" cy="621792"/>
          </a:xfrm>
          <a:prstGeom prst="roundRect">
            <a:avLst>
              <a:gd name="adj" fmla="val 1029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5029200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47288" y="5029200"/>
            <a:ext cx="8211312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5304" y="502920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you rent: ml.m5.large (CPU) → ml.p3.2xlarge (GPU)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2: SageMaker Part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THE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Doesn't Train — It Launches</a:t>
            </a:r>
            <a:endParaRPr lang="en-US" sz="3000" dirty="0"/>
          </a:p>
        </p:txBody>
      </p:sp>
      <p:pic>
        <p:nvPicPr>
          <p:cNvPr id="4" name="Image 0" descr="day2_assets/fig2_sagemaker_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508760"/>
            <a:ext cx="9875520" cy="4224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5943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job = rented machine: starts, trains, saves the model to S3, shuts itself down. You pay for minutes, not machines.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2: SageMaker Part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HANDS-ON LAB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Moves to the Cloud (S3)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S3 → Create bucket:  ai-lab-&lt;your-username&gt;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folder:  data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Download soldiers_fitness.csv from your GitHub repo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Upload → Add files → the CSV → Upload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SEE:  data/soldiers_fitness.csv inside your bucket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4572000"/>
            <a:ext cx="5212080" cy="1463040"/>
          </a:xfrm>
          <a:prstGeom prst="roundRect">
            <a:avLst>
              <a:gd name="adj" fmla="val 4375"/>
            </a:avLst>
          </a:prstGeom>
          <a:solidFill>
            <a:srgbClr val="FAFAF8"/>
          </a:solidFill>
          <a:ln w="12700">
            <a:solidFill>
              <a:srgbClr val="5B647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4572000"/>
            <a:ext cx="5212080" cy="1463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Create-bucket form (defaults) — trainer's live capture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554480"/>
            <a:ext cx="5669280" cy="2194560"/>
          </a:xfrm>
          <a:prstGeom prst="roundRect">
            <a:avLst>
              <a:gd name="adj" fmla="val 2917"/>
            </a:avLst>
          </a:prstGeom>
          <a:solidFill>
            <a:srgbClr val="FAFAF8"/>
          </a:solidFill>
          <a:ln w="12700">
            <a:solidFill>
              <a:srgbClr val="5B647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035040" y="1554480"/>
            <a:ext cx="5669280" cy="2194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console: bucket list with ai-lab-&lt;username&gt;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3931920"/>
            <a:ext cx="5669280" cy="2103120"/>
          </a:xfrm>
          <a:prstGeom prst="roundRect">
            <a:avLst>
              <a:gd name="adj" fmla="val 3043"/>
            </a:avLst>
          </a:prstGeom>
          <a:solidFill>
            <a:srgbClr val="FAFAF8"/>
          </a:solidFill>
          <a:ln w="12700">
            <a:solidFill>
              <a:srgbClr val="5B647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035040" y="3931920"/>
            <a:ext cx="566928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
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succeeded: data/soldiers_fitness.csv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2: SageMaker Part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HANDS-ON LAB 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SageMaker Training Job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766560" cy="4754880"/>
          </a:xfrm>
          <a:prstGeom prst="roundRect">
            <a:avLst>
              <a:gd name="adj" fmla="val 134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72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day2_sagemaker.ipynb — Cells 1–3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sagemaker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= sagemaker.get_execution_role()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= "ai-lab-&lt;your-username&gt;"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%%writefile train.py            # runs on the RENTED machine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pd.read_csv(os.environ["SM_CHANNEL_TRAIN"] + "/soldiers_fitness.csv")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DecisionTreeClassifier().fit(X, y)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joblib.dump(model, os.environ["SM_MODEL_DIR"] + "/model.joblib")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sagemaker.sklearn.estimator import SKLearn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 = SKLearn(entry_point="train.py", role=role,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instance_type="ml.m5.large", instance_count=1,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framework_version="1.2-1")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est.fit({"train": f"s3://{bucket}/data/"})   # ← launch!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0" y="1463040"/>
            <a:ext cx="4206240" cy="4754880"/>
          </a:xfrm>
          <a:prstGeom prst="roundRect">
            <a:avLst>
              <a:gd name="adj" fmla="val 1522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26680" y="205740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“Starting” — the machine is being provisioned (~3 min)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script's print: “Training complete.”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“Billable seconds: ~120” — you rented 2 minutes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→ Training jobs: status Completed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bucket: model.tar.gz appeared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26680" y="50292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3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for 5 rows, the cloud is slower &amp; costs money. It wins when data outgrows the laptop.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2: SageMaker Part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5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•  TROUBLESHOOTING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Doesn't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38328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54480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name already taken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95928" y="1554480"/>
            <a:ext cx="766267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23944" y="1554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names are global — add more of your username or a random suffix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59152"/>
            <a:ext cx="338328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359152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AccessDenied on upload/train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95928" y="2359152"/>
            <a:ext cx="766267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23944" y="2359152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missing S3 permissions — check the SageMaker execution role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63824"/>
            <a:ext cx="338328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3163824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job stuck “Starting”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95928" y="3163824"/>
            <a:ext cx="766267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23944" y="3163824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 ~3 minutes while the instance provisions — wait it out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968496"/>
            <a:ext cx="338328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968496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job Failed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95928" y="3968496"/>
            <a:ext cx="766267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23944" y="3968496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CloudWatch Logs for the job — the Python traceback is at the bottom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773168"/>
            <a:ext cx="3383280" cy="713232"/>
          </a:xfrm>
          <a:prstGeom prst="roundRect">
            <a:avLst>
              <a:gd name="adj" fmla="val 8974"/>
            </a:avLst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77316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find model.tar.gz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95928" y="4773168"/>
            <a:ext cx="7662672" cy="713232"/>
          </a:xfrm>
          <a:prstGeom prst="roundRect">
            <a:avLst>
              <a:gd name="adj" fmla="val 8974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23944" y="4773168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exact S3 output path shown in the job's summary tab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— Day 2, Session 2: SageMaker Part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RECAP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Rented a Machine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→ training job → artifact: the cloud ML pattern, done once by hand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8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paid for minutes of compute, not for owning a machine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8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3 turns that saved model into a live prediction service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2026-07-20T18:26:15Z</dcterms:created>
  <dcterms:modified xsi:type="dcterms:W3CDTF">2026-07-20T18:26:15Z</dcterms:modified>
</cp:coreProperties>
</file>