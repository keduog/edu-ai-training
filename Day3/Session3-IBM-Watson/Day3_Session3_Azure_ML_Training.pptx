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5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1E5F9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1E5F9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D83B0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MICROSOFT AZURE · SESSION 3 · 13:45 – 15:15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Machine Learning: Train Your First Model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workspace, rent a computer by the minute, train a model on your own data, and save it — all inside the browser.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· Day 3 of 5 · 1.5 hours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Azure ML workspace is and why you need one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compute instance is — and why it costs money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open and run a notebook inside Azure ML Studio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simple model on the dataset you uploaded this morning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 model so it is saved in the workspace, not just in a notebook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004578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D83B0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Azure ML workspace in your resource group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compute instance and open a notebook on it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that predicts fitness level from age and pushups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trained model in your workspace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compute instance — and explain why that matters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on Azure in Five Words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workspace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for all your machine learning work: data, notebooks, models, experiments.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1208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5800" y="167335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672" y="1792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2728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instance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2376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in Azure that you rent by the minute. This is the part that costs money.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3776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8368" y="167335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1792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5296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4944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as Google Colab from Day 1 — cells of code you run one by one.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29310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4119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 computer examples so it learns the pattern. Takes seconds on small data.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1208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5800" y="429310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672" y="44119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62728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model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32376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saved in the workspace with a name and version, so it is not lost.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3776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8368" y="429310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240" y="44119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45296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shutdown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14944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setting that switches the compute off automatically. Always turn it 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THE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You Will Follow</a:t>
            </a:r>
            <a:endParaRPr lang="en-US" sz="3100" dirty="0"/>
          </a:p>
        </p:txBody>
      </p:sp>
      <p:pic>
        <p:nvPicPr>
          <p:cNvPr id="4" name="Image 0" descr="ml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1060704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04578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6692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is already done.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uploaded the data before lunch. Today's work starts at step 2, and finishes at step 6.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HANDS-ON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3A: Create Your ML Workspace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554480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portal search bar type Azure Machine Learning, click + Create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267712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group: YOUR group.  Workspace name: ml-abebe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980944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the same one you used this morning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3694176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storage, key vault and application insights as their defaults (Azure creates them for you)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440740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Review + create, then Create. This takes 2–3 minutes.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15568" y="5120640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finishes click Go to resource, then Launch studio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9436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5F9E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43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tab opens: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ml.azure.com — this is Azure ML Studio. From here on you work there, not in the main portal.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HANDS-ON (15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3B: Start a Compute Instance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62763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 Studio, click Compute in the left menu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45059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New under the Compute instances tab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27355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ci-abebe.  Virtual machine size: choose the smallest CPU option (e.g. Standard_DS11_v2)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4281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09651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Scheduling / Idle shutdown and set it to shut down after 30 minutes idle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6577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4919472"/>
            <a:ext cx="10497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Create. It takes 3–5 minutes to start. The dot turns green when ready.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8521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D83B0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852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EXPENSIVE ONE.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compute instance bills every minute. Idle shutdown is your safety net — set it now.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HANDS-ON (35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3C: Train a Model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 Studio click Notebooks, upload train_model.ipynb from the course folder, and run the cells.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3566160"/>
          </a:xfrm>
          <a:prstGeom prst="roundRect">
            <a:avLst>
              <a:gd name="adj" fmla="val 1538"/>
            </a:avLst>
          </a:prstGeom>
          <a:solidFill>
            <a:srgbClr val="F1F4F7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29968"/>
            <a:ext cx="10725912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DecisionTreeClassifier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pd.read_csv("soldiers_fitness.csv")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df[["age", "pushups", "run_5km_min"]]   # the questions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df["level"]                              # the answer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train_test_split(X, y, test_size=0.3)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DecisionTreeClassifier(max_depth=3)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                   # &lt;- this is training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print("Accuracy:", model.score(X_test, y_test))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print(model.predict([[25, 48, 23]]))          # &lt;- this is inference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7150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0457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715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matter: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model.fit() is training — the model learns. model.predict() is inference — the model answers.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HANDS-ON (10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3D: Register the Model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model inside a notebook is not enough — when the notebook closes, it is gone. Registering saves it into the workspace.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3383280"/>
          </a:xfrm>
          <a:prstGeom prst="roundRect">
            <a:avLst>
              <a:gd name="adj" fmla="val 1622"/>
            </a:avLst>
          </a:prstGeom>
          <a:solidFill>
            <a:srgbClr val="F1F4F7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21408"/>
            <a:ext cx="1072591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joblib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joblib.dump(model, "fitness_model.pkl")      # save it to a file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azure.ai.ml import MLClient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azure.ai.ml.entities import Model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azure.ai.ml.constants import AssetTypes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azure.identity import DefaultAzureCredential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ml_client = MLClient.from_config(DefaultAzureCredential())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ml_client.models.create_or_update(Model(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path="fitness_model.pkl",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name="fitness-model",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type=AssetTypes.CUSTOM_MODEL,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description="Predicts fitness level from age and pushups"))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07C1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worked: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 Studio click Models in the left menu. Your model is listed there with version 1.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DO NOT SKIP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YOUR COMPUTE INSTANCE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9601200" cy="2194560"/>
          </a:xfrm>
          <a:prstGeom prst="roundRect">
            <a:avLst>
              <a:gd name="adj" fmla="val 5000"/>
            </a:avLst>
          </a:prstGeom>
          <a:solidFill>
            <a:srgbClr val="D83B01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19659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17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17830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 instance keeps billing until you stop it —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overnight, even when your laptop is closed.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280160" y="396849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9" name="Text 6"/>
          <p:cNvSpPr/>
          <p:nvPr/>
        </p:nvSpPr>
        <p:spPr>
          <a:xfrm>
            <a:off x="12801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47088" y="3931920"/>
            <a:ext cx="9034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 Studio click Compute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280160" y="4572000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847088" y="4535424"/>
            <a:ext cx="9034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box next to ci-abebe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280160" y="5175504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5" name="Text 12"/>
          <p:cNvSpPr/>
          <p:nvPr/>
        </p:nvSpPr>
        <p:spPr>
          <a:xfrm>
            <a:off x="128016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847088" y="5138928"/>
            <a:ext cx="9034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Stop at the top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280160" y="5779008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8" name="Text 15"/>
          <p:cNvSpPr/>
          <p:nvPr/>
        </p:nvSpPr>
        <p:spPr>
          <a:xfrm>
            <a:off x="1280160" y="5779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847088" y="5742432"/>
            <a:ext cx="9034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until the status says Stopped — not Stopping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stopped compute instance costs nothing. Your notebooks and files stay exactly where they are.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Break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created an Azure ML workspace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340864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597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3408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started a compute instance with idle shutdown enabled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7296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3054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opened a notebook and ran every cell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3767328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88620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7673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model printed an accuracy score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59943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model is listed under Models in ML Studio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31266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5193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compute instance says Stopped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box is the important one. Check it before you stand up.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45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1E5F9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— THREE IDEAS TO CARRY FORWARD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 is the home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notebooks, models and experiments all live in one place, shared and versioned.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rented a computer by the minute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promise of cloud computing from Day 1 — and the whole cost risk.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what you train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in a notebook is temporary. A registered model has a name, a version, and a home.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E5F9E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4 (15:30):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services. Use a model Microsoft already trained — no training, no compute instance, just an API key and five lines of Python.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2026-07-21T08:46:16Z</dcterms:created>
  <dcterms:modified xsi:type="dcterms:W3CDTF">2026-07-21T08:46:16Z</dcterms:modified>
</cp:coreProperties>
</file>