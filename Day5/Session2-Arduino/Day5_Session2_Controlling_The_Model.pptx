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0E4C5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0E4C5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WORKING WITH APIs · SESSION 2 · 10:45 – 12:45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the Model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send a prompt. Getting reliable, well-shaped answers back — in a format your program can use — is the actual skill.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5 of 5 · 2 hours · 5 hands-on labs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instructions: setting the model's role and rules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temperature no longer works — and what replaced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so users see words appear instead of waiting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and why the API forgets by default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your program can actually parse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tokens and staying inside the free daily quota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083344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a persona and rules that it follows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 long answer word by word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chat that remembers what was said earlier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back valid JSON every time, not prose you must clean up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rate-limit errors without your program crashing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how many calls your project will need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AN IMPORTANT 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Parameter That Died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tutorial still teaches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4846320" cy="1600200"/>
          </a:xfrm>
          <a:prstGeom prst="roundRect">
            <a:avLst>
              <a:gd name="adj" fmla="val 3429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340864"/>
            <a:ext cx="45171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“temperature”: 0.7,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“top_p”: 0.9,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“top_k”: 40,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Gemini 3.x these are IGNORED,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will become a 400 error.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508760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instead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519672" y="2240280"/>
            <a:ext cx="4846320" cy="1600200"/>
          </a:xfrm>
          <a:prstGeom prst="roundRect">
            <a:avLst>
              <a:gd name="adj" fmla="val 3429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84264" y="2340864"/>
            <a:ext cx="45171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system_instruction=(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“Answer in exactly one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sentence. Be factual.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 not speculate.”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19672" y="3931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rule in words.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follows instructions better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it followed numbers.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8334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00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beyond Gemini: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industry is moving from tuning sampling numbers to writing clear instructions. That is a transferable skill.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ai.google.dev/gemini-api/docs/latest-model — “Sampling parameter deprecation”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2A: System Instructions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4114800"/>
          </a:xfrm>
          <a:prstGeom prst="roundRect">
            <a:avLst>
              <a:gd name="adj" fmla="val 1333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55064"/>
            <a:ext cx="10762488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google.genai import types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types.GenerateContentConfig(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system_instruction=(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"You are a helpful assistant for the Ethiopian Defense University. "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"Answer in clear, simple English. "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"If the question is asked in Amharic, reply in Amharic. "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"If you do not know, say so plainly - never invent facts."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max_output_tokens=300,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client.models.generate_content(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model="gemini-3.5-flash",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contents="የኢትዮጵያ ዋና ከተማ ማን ናት?",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print(response.text)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58521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833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852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instruction is the highest-leverage line you will write today.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applies to every message, and users cannot see or override it.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(15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2B: Streaming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8 seconds in silence feels broken. Streaming shows words as they are produced.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1965960"/>
          </a:xfrm>
          <a:prstGeom prst="roundRect">
            <a:avLst>
              <a:gd name="adj" fmla="val 2791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66544"/>
            <a:ext cx="1076248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= client.models.generate_content_stream(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model="gemini-3.5-flash",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contents="Explain how a satellite stays in orbit. Give me three paragraphs.")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chunk in stream: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print(chunk.text, end="", flush=True)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306824"/>
            <a:ext cx="621792" cy="621792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46" y="4468490"/>
            <a:ext cx="298460" cy="298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7904" y="42519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 time, completely different feel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517904" y="461772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takes just as long, but the user sees progress from the first second.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5404104"/>
            <a:ext cx="621792" cy="62179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6" y="5565770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53492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ChatGPT and Gemini feel fast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517904" y="571500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clever — they simply stream. Your app can do the same in one changed method name.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2C: Multi-Turn Chat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API call has NO memory. Every request starts from nothing — unless you carry the history.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766560" cy="2926080"/>
          </a:xfrm>
          <a:prstGeom prst="roundRect">
            <a:avLst>
              <a:gd name="adj" fmla="val 1875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66544"/>
            <a:ext cx="643737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= client.chats.create(model="gemini-3.5-flash")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chat.send_message("My name is Abebe and I teach in Gondar.")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print(r1.text)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chat.send_message("Where do I teach?")     # it remembers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print(r2.text)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 in chat.get_history():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print(m.role, ":", m.parts[0].text[:60])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965960"/>
            <a:ext cx="4142232" cy="2926080"/>
          </a:xfrm>
          <a:prstGeom prst="roundRect">
            <a:avLst>
              <a:gd name="adj" fmla="val 3125"/>
            </a:avLst>
          </a:prstGeom>
          <a:solidFill>
            <a:srgbClr val="FFF3E0"/>
          </a:solidFill>
          <a:ln w="19050">
            <a:solidFill>
              <a:srgbClr val="EF6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0" y="26060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re-sends the WHOLE conversation. Turn 20 costs about twenty times turn 1 in input tokens. Long chats get expensive quietly.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1663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8334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fix: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last N turns, or ask the model to summarise the conversation and start fresh from the summary.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2D: JSON You Can Actually Parse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is for humans. If your program must READ the answer, ask for structured output.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3429000"/>
          </a:xfrm>
          <a:prstGeom prst="roundRect">
            <a:avLst>
              <a:gd name="adj" fmla="val 1600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66544"/>
            <a:ext cx="10762488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types.GenerateContentConfig(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response_mime_type="application/json",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system_instruction=(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"Return a JSON object with exactly these keys: "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 (string), region (string), population (number)."))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client.models.generate_content(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model="gemini-3.5-flash",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contents="Give me facts about Gondar, Ethiopia.",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json.loads(r.text)      # a real Python dictionary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print(data["name"], "-", data["population"])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difference between a demo and a product.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needs answers in a shape the next line of code can use.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2E: Quotas and Errors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621792" cy="621792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46" y="1771010"/>
            <a:ext cx="298460" cy="298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7904" y="1554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limits, two different fixes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17904" y="192024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Per-minute (RPM): wait a few seconds and retry.  Per-day (RPD): you are finished until the quota resets.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779776"/>
            <a:ext cx="621792" cy="621792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6" y="2941442"/>
            <a:ext cx="298460" cy="298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17904" y="27249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arrive as HTTP 429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17904" y="30906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message body to tell them apart. Retrying a daily-quota error forever will never succeed.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950208"/>
            <a:ext cx="621792" cy="62179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" y="4111874"/>
            <a:ext cx="298460" cy="298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17904" y="38953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exponential backoff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517904" y="426110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1s, then 2s, then 4s. Never retry in a tight loop — that burns the quota you are waiting for.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120640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13232" y="5221224"/>
            <a:ext cx="10762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ask_safely(prompt, tries=4):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range(tries):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client.models.generate_content(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model="gemini-3.5-flash", contents=prompt).text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Exception as e: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"429" in str(e) and i &lt; tries - 1: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time.sleep(2 ** i)      # 1s, 2s, 4s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raise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Lunch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set a system instruction and saw the model obey it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40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why temperature no longer does anything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729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streamed a response and watched it appear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 chat that remembered my name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got back valid JSON and parsed it with json.loads()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1266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193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wrote a retry function that survives a 429 error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building block for the app you build after lunch.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0E4C5C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replaced parameters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gone. Write the rule in plain words in a system instruction — clearer, and it transfers between providers.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has no memory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feels stateful because the library re-sends the history every time. That convenience has a token cost.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shape you need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turns a chatbot into a component you can build software around.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0E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3 (13:45):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real: an Amharic assistant that answers from YOUR documents, with live web grounding.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2026-07-24T07:17:36Z</dcterms:created>
  <dcterms:modified xsi:type="dcterms:W3CDTF">2026-07-24T07:17:36Z</dcterms:modified>
</cp:coreProperties>
</file>